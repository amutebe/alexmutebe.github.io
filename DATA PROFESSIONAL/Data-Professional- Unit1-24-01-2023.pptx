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Lst>
  <p:sldIdLst>
    <p:sldId id="256" r:id="rId2"/>
    <p:sldId id="280" r:id="rId3"/>
    <p:sldId id="281" r:id="rId4"/>
    <p:sldId id="286" r:id="rId5"/>
    <p:sldId id="284" r:id="rId6"/>
    <p:sldId id="287" r:id="rId7"/>
    <p:sldId id="288" r:id="rId8"/>
    <p:sldId id="289" r:id="rId9"/>
    <p:sldId id="290" r:id="rId10"/>
    <p:sldId id="279" r:id="rId11"/>
    <p:sldId id="285" r:id="rId12"/>
    <p:sldId id="283" r:id="rId13"/>
    <p:sldId id="271" r:id="rId14"/>
    <p:sldId id="258" r:id="rId15"/>
    <p:sldId id="259" r:id="rId16"/>
    <p:sldId id="27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03" autoAdjust="0"/>
    <p:restoredTop sz="94692"/>
  </p:normalViewPr>
  <p:slideViewPr>
    <p:cSldViewPr snapToGrid="0" snapToObjects="1">
      <p:cViewPr varScale="1">
        <p:scale>
          <a:sx n="73" d="100"/>
          <a:sy n="73" d="100"/>
        </p:scale>
        <p:origin x="13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D985F3-8C3D-488B-B9E0-EADC1C7B37C2}"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5D85701F-F28F-4227-AD3F-7E659E28F8B6}">
      <dgm:prSet/>
      <dgm:spPr>
        <a:solidFill>
          <a:srgbClr val="0070C0"/>
        </a:solidFill>
      </dgm:spPr>
      <dgm:t>
        <a:bodyPr/>
        <a:lstStyle/>
        <a:p>
          <a:r>
            <a:rPr lang="en-US" dirty="0" smtClean="0"/>
            <a:t>Data scientist and the expected attributes of a data scientist.</a:t>
          </a:r>
          <a:endParaRPr lang="en-US" dirty="0"/>
        </a:p>
      </dgm:t>
    </dgm:pt>
    <dgm:pt modelId="{053243EA-8127-4E60-AD3A-364842E061CD}" type="sibTrans" cxnId="{91B25669-BDEC-46B2-9CB9-7411CA3C48CE}">
      <dgm:prSet/>
      <dgm:spPr/>
      <dgm:t>
        <a:bodyPr/>
        <a:lstStyle/>
        <a:p>
          <a:endParaRPr lang="en-US"/>
        </a:p>
      </dgm:t>
    </dgm:pt>
    <dgm:pt modelId="{F0F831FF-C963-442B-80EF-A8623716F366}" type="parTrans" cxnId="{91B25669-BDEC-46B2-9CB9-7411CA3C48CE}">
      <dgm:prSet/>
      <dgm:spPr/>
      <dgm:t>
        <a:bodyPr/>
        <a:lstStyle/>
        <a:p>
          <a:endParaRPr lang="en-US"/>
        </a:p>
      </dgm:t>
    </dgm:pt>
    <dgm:pt modelId="{A81F5AA0-AF9C-4573-96EC-4DD45BB8E2D0}">
      <dgm:prSet/>
      <dgm:spPr/>
      <dgm:t>
        <a:bodyPr/>
        <a:lstStyle/>
        <a:p>
          <a:r>
            <a:rPr lang="en-US" dirty="0" smtClean="0"/>
            <a:t>4th paradigm of science and 4th industrial revolution</a:t>
          </a:r>
          <a:endParaRPr lang="en-GB" dirty="0"/>
        </a:p>
      </dgm:t>
    </dgm:pt>
    <dgm:pt modelId="{2169A296-E182-4779-9E8C-4E52720BD98B}" type="parTrans" cxnId="{512CB3FB-6786-49CE-8993-F1F53ADFCC1F}">
      <dgm:prSet/>
      <dgm:spPr/>
      <dgm:t>
        <a:bodyPr/>
        <a:lstStyle/>
        <a:p>
          <a:endParaRPr lang="en-US"/>
        </a:p>
      </dgm:t>
    </dgm:pt>
    <dgm:pt modelId="{673EBDBE-E926-4257-A428-2F1A522B31F0}" type="sibTrans" cxnId="{512CB3FB-6786-49CE-8993-F1F53ADFCC1F}">
      <dgm:prSet/>
      <dgm:spPr/>
      <dgm:t>
        <a:bodyPr/>
        <a:lstStyle/>
        <a:p>
          <a:endParaRPr lang="en-US"/>
        </a:p>
      </dgm:t>
    </dgm:pt>
    <dgm:pt modelId="{4B3A9FFD-E3D5-409D-A9DC-526E9C2AD692}">
      <dgm:prSet/>
      <dgm:spPr/>
      <dgm:t>
        <a:bodyPr/>
        <a:lstStyle/>
        <a:p>
          <a:r>
            <a:rPr lang="en-US" dirty="0" smtClean="0"/>
            <a:t>Interplay among big data, machine learning and artificial intelligence.</a:t>
          </a:r>
          <a:endParaRPr lang="en-US" dirty="0"/>
        </a:p>
      </dgm:t>
    </dgm:pt>
    <dgm:pt modelId="{D3A65112-86AC-4A35-BFD9-F30FCECF1406}" type="parTrans" cxnId="{BBB69B16-083F-4CD6-8788-0EECC0C0DCE0}">
      <dgm:prSet/>
      <dgm:spPr/>
      <dgm:t>
        <a:bodyPr/>
        <a:lstStyle/>
        <a:p>
          <a:endParaRPr lang="en-US"/>
        </a:p>
      </dgm:t>
    </dgm:pt>
    <dgm:pt modelId="{36DC4E73-2C69-4115-B331-060EA9B01C96}" type="sibTrans" cxnId="{BBB69B16-083F-4CD6-8788-0EECC0C0DCE0}">
      <dgm:prSet/>
      <dgm:spPr/>
      <dgm:t>
        <a:bodyPr/>
        <a:lstStyle/>
        <a:p>
          <a:endParaRPr lang="en-US"/>
        </a:p>
      </dgm:t>
    </dgm:pt>
    <dgm:pt modelId="{F64DC7DC-05B0-4B96-A04E-EBCC32F1FE9B}" type="pres">
      <dgm:prSet presAssocID="{F1D985F3-8C3D-488B-B9E0-EADC1C7B37C2}" presName="linearFlow" presStyleCnt="0">
        <dgm:presLayoutVars>
          <dgm:dir/>
          <dgm:resizeHandles val="exact"/>
        </dgm:presLayoutVars>
      </dgm:prSet>
      <dgm:spPr/>
      <dgm:t>
        <a:bodyPr/>
        <a:lstStyle/>
        <a:p>
          <a:endParaRPr lang="en-US"/>
        </a:p>
      </dgm:t>
    </dgm:pt>
    <dgm:pt modelId="{B335F099-2780-4796-BE5B-CBCA1A7CD6A3}" type="pres">
      <dgm:prSet presAssocID="{5D85701F-F28F-4227-AD3F-7E659E28F8B6}" presName="composite" presStyleCnt="0"/>
      <dgm:spPr/>
    </dgm:pt>
    <dgm:pt modelId="{39DD497A-4A76-4E0F-8347-A3B0AB781AF8}" type="pres">
      <dgm:prSet presAssocID="{5D85701F-F28F-4227-AD3F-7E659E28F8B6}" presName="imgShp" presStyleLbl="fgImgPlace1" presStyleIdx="0" presStyleCnt="3"/>
      <dgm:spPr>
        <a:solidFill>
          <a:srgbClr val="FF0000"/>
        </a:solidFill>
      </dgm:spPr>
      <dgm:t>
        <a:bodyPr/>
        <a:lstStyle/>
        <a:p>
          <a:endParaRPr lang="en-US"/>
        </a:p>
      </dgm:t>
    </dgm:pt>
    <dgm:pt modelId="{0AAE2CC2-12E4-40E5-819B-16AD975E5EDC}" type="pres">
      <dgm:prSet presAssocID="{5D85701F-F28F-4227-AD3F-7E659E28F8B6}" presName="txShp" presStyleLbl="node1" presStyleIdx="0" presStyleCnt="3">
        <dgm:presLayoutVars>
          <dgm:bulletEnabled val="1"/>
        </dgm:presLayoutVars>
      </dgm:prSet>
      <dgm:spPr/>
      <dgm:t>
        <a:bodyPr/>
        <a:lstStyle/>
        <a:p>
          <a:endParaRPr lang="en-US"/>
        </a:p>
      </dgm:t>
    </dgm:pt>
    <dgm:pt modelId="{DD2D5E38-419F-4666-AB30-F2A4745F927D}" type="pres">
      <dgm:prSet presAssocID="{053243EA-8127-4E60-AD3A-364842E061CD}" presName="spacing" presStyleCnt="0"/>
      <dgm:spPr/>
    </dgm:pt>
    <dgm:pt modelId="{685B8D23-C804-43E1-806B-08093F8DC791}" type="pres">
      <dgm:prSet presAssocID="{A81F5AA0-AF9C-4573-96EC-4DD45BB8E2D0}" presName="composite" presStyleCnt="0"/>
      <dgm:spPr/>
    </dgm:pt>
    <dgm:pt modelId="{6ED39927-4322-43F7-B9F5-C832BA3BFDC6}" type="pres">
      <dgm:prSet presAssocID="{A81F5AA0-AF9C-4573-96EC-4DD45BB8E2D0}" presName="imgShp" presStyleLbl="fgImgPlace1" presStyleIdx="1" presStyleCnt="3"/>
      <dgm:spPr>
        <a:solidFill>
          <a:srgbClr val="FFC000"/>
        </a:solidFill>
      </dgm:spPr>
      <dgm:t>
        <a:bodyPr/>
        <a:lstStyle/>
        <a:p>
          <a:endParaRPr lang="en-US"/>
        </a:p>
      </dgm:t>
    </dgm:pt>
    <dgm:pt modelId="{1BB0028A-7E9D-4052-ABA9-8735F4694692}" type="pres">
      <dgm:prSet presAssocID="{A81F5AA0-AF9C-4573-96EC-4DD45BB8E2D0}" presName="txShp" presStyleLbl="node1" presStyleIdx="1" presStyleCnt="3">
        <dgm:presLayoutVars>
          <dgm:bulletEnabled val="1"/>
        </dgm:presLayoutVars>
      </dgm:prSet>
      <dgm:spPr/>
      <dgm:t>
        <a:bodyPr/>
        <a:lstStyle/>
        <a:p>
          <a:endParaRPr lang="en-US"/>
        </a:p>
      </dgm:t>
    </dgm:pt>
    <dgm:pt modelId="{84B32114-923C-4FA1-9508-CD78D4DE3B4D}" type="pres">
      <dgm:prSet presAssocID="{673EBDBE-E926-4257-A428-2F1A522B31F0}" presName="spacing" presStyleCnt="0"/>
      <dgm:spPr/>
    </dgm:pt>
    <dgm:pt modelId="{217BD208-ABEB-4E1B-8630-EBFE110FD45A}" type="pres">
      <dgm:prSet presAssocID="{4B3A9FFD-E3D5-409D-A9DC-526E9C2AD692}" presName="composite" presStyleCnt="0"/>
      <dgm:spPr/>
    </dgm:pt>
    <dgm:pt modelId="{13768A02-FD2C-4EE4-9308-C194E95353B1}" type="pres">
      <dgm:prSet presAssocID="{4B3A9FFD-E3D5-409D-A9DC-526E9C2AD692}" presName="imgShp" presStyleLbl="fgImgPlace1" presStyleIdx="2" presStyleCnt="3"/>
      <dgm:spPr>
        <a:solidFill>
          <a:srgbClr val="00B050"/>
        </a:solidFill>
      </dgm:spPr>
      <dgm:t>
        <a:bodyPr/>
        <a:lstStyle/>
        <a:p>
          <a:endParaRPr lang="en-US"/>
        </a:p>
      </dgm:t>
    </dgm:pt>
    <dgm:pt modelId="{637818B1-57F1-4773-BF7D-946F13203455}" type="pres">
      <dgm:prSet presAssocID="{4B3A9FFD-E3D5-409D-A9DC-526E9C2AD692}" presName="txShp" presStyleLbl="node1" presStyleIdx="2" presStyleCnt="3">
        <dgm:presLayoutVars>
          <dgm:bulletEnabled val="1"/>
        </dgm:presLayoutVars>
      </dgm:prSet>
      <dgm:spPr/>
      <dgm:t>
        <a:bodyPr/>
        <a:lstStyle/>
        <a:p>
          <a:endParaRPr lang="en-US"/>
        </a:p>
      </dgm:t>
    </dgm:pt>
  </dgm:ptLst>
  <dgm:cxnLst>
    <dgm:cxn modelId="{91B25669-BDEC-46B2-9CB9-7411CA3C48CE}" srcId="{F1D985F3-8C3D-488B-B9E0-EADC1C7B37C2}" destId="{5D85701F-F28F-4227-AD3F-7E659E28F8B6}" srcOrd="0" destOrd="0" parTransId="{F0F831FF-C963-442B-80EF-A8623716F366}" sibTransId="{053243EA-8127-4E60-AD3A-364842E061CD}"/>
    <dgm:cxn modelId="{512CB3FB-6786-49CE-8993-F1F53ADFCC1F}" srcId="{F1D985F3-8C3D-488B-B9E0-EADC1C7B37C2}" destId="{A81F5AA0-AF9C-4573-96EC-4DD45BB8E2D0}" srcOrd="1" destOrd="0" parTransId="{2169A296-E182-4779-9E8C-4E52720BD98B}" sibTransId="{673EBDBE-E926-4257-A428-2F1A522B31F0}"/>
    <dgm:cxn modelId="{6FBE1986-875A-493B-9A4B-1148892018F9}" type="presOf" srcId="{5D85701F-F28F-4227-AD3F-7E659E28F8B6}" destId="{0AAE2CC2-12E4-40E5-819B-16AD975E5EDC}" srcOrd="0" destOrd="0" presId="urn:microsoft.com/office/officeart/2005/8/layout/vList3"/>
    <dgm:cxn modelId="{D80CE556-F294-49E7-B02F-1D88BE3DBEAF}" type="presOf" srcId="{A81F5AA0-AF9C-4573-96EC-4DD45BB8E2D0}" destId="{1BB0028A-7E9D-4052-ABA9-8735F4694692}" srcOrd="0" destOrd="0" presId="urn:microsoft.com/office/officeart/2005/8/layout/vList3"/>
    <dgm:cxn modelId="{7FB6335C-F631-4367-97D6-25722E81127B}" type="presOf" srcId="{4B3A9FFD-E3D5-409D-A9DC-526E9C2AD692}" destId="{637818B1-57F1-4773-BF7D-946F13203455}" srcOrd="0" destOrd="0" presId="urn:microsoft.com/office/officeart/2005/8/layout/vList3"/>
    <dgm:cxn modelId="{BBB69B16-083F-4CD6-8788-0EECC0C0DCE0}" srcId="{F1D985F3-8C3D-488B-B9E0-EADC1C7B37C2}" destId="{4B3A9FFD-E3D5-409D-A9DC-526E9C2AD692}" srcOrd="2" destOrd="0" parTransId="{D3A65112-86AC-4A35-BFD9-F30FCECF1406}" sibTransId="{36DC4E73-2C69-4115-B331-060EA9B01C96}"/>
    <dgm:cxn modelId="{3F9F7277-15AE-4558-B26D-96066118B7B5}" type="presOf" srcId="{F1D985F3-8C3D-488B-B9E0-EADC1C7B37C2}" destId="{F64DC7DC-05B0-4B96-A04E-EBCC32F1FE9B}" srcOrd="0" destOrd="0" presId="urn:microsoft.com/office/officeart/2005/8/layout/vList3"/>
    <dgm:cxn modelId="{2503EDE6-E12F-4063-BB6A-A2058C1AEB96}" type="presParOf" srcId="{F64DC7DC-05B0-4B96-A04E-EBCC32F1FE9B}" destId="{B335F099-2780-4796-BE5B-CBCA1A7CD6A3}" srcOrd="0" destOrd="0" presId="urn:microsoft.com/office/officeart/2005/8/layout/vList3"/>
    <dgm:cxn modelId="{2AFF68B6-11BA-4DE7-8952-26C7BA7281FD}" type="presParOf" srcId="{B335F099-2780-4796-BE5B-CBCA1A7CD6A3}" destId="{39DD497A-4A76-4E0F-8347-A3B0AB781AF8}" srcOrd="0" destOrd="0" presId="urn:microsoft.com/office/officeart/2005/8/layout/vList3"/>
    <dgm:cxn modelId="{F2A44DF2-E278-4DC5-9291-1DD98EB63155}" type="presParOf" srcId="{B335F099-2780-4796-BE5B-CBCA1A7CD6A3}" destId="{0AAE2CC2-12E4-40E5-819B-16AD975E5EDC}" srcOrd="1" destOrd="0" presId="urn:microsoft.com/office/officeart/2005/8/layout/vList3"/>
    <dgm:cxn modelId="{9EB91769-E4DB-455B-9FDF-1EC2A9E15096}" type="presParOf" srcId="{F64DC7DC-05B0-4B96-A04E-EBCC32F1FE9B}" destId="{DD2D5E38-419F-4666-AB30-F2A4745F927D}" srcOrd="1" destOrd="0" presId="urn:microsoft.com/office/officeart/2005/8/layout/vList3"/>
    <dgm:cxn modelId="{588E041E-9851-4E6C-AE7B-8491B4D4CB7E}" type="presParOf" srcId="{F64DC7DC-05B0-4B96-A04E-EBCC32F1FE9B}" destId="{685B8D23-C804-43E1-806B-08093F8DC791}" srcOrd="2" destOrd="0" presId="urn:microsoft.com/office/officeart/2005/8/layout/vList3"/>
    <dgm:cxn modelId="{C07B092F-2D0F-4CB3-A3A4-6A182AC79376}" type="presParOf" srcId="{685B8D23-C804-43E1-806B-08093F8DC791}" destId="{6ED39927-4322-43F7-B9F5-C832BA3BFDC6}" srcOrd="0" destOrd="0" presId="urn:microsoft.com/office/officeart/2005/8/layout/vList3"/>
    <dgm:cxn modelId="{0D2F40C9-78D4-4484-B4D8-2D4B26540D68}" type="presParOf" srcId="{685B8D23-C804-43E1-806B-08093F8DC791}" destId="{1BB0028A-7E9D-4052-ABA9-8735F4694692}" srcOrd="1" destOrd="0" presId="urn:microsoft.com/office/officeart/2005/8/layout/vList3"/>
    <dgm:cxn modelId="{197436CB-F7E6-4B38-BF39-F7715EE6BD49}" type="presParOf" srcId="{F64DC7DC-05B0-4B96-A04E-EBCC32F1FE9B}" destId="{84B32114-923C-4FA1-9508-CD78D4DE3B4D}" srcOrd="3" destOrd="0" presId="urn:microsoft.com/office/officeart/2005/8/layout/vList3"/>
    <dgm:cxn modelId="{C8B9B1D9-98F7-470C-8496-27DEA627B485}" type="presParOf" srcId="{F64DC7DC-05B0-4B96-A04E-EBCC32F1FE9B}" destId="{217BD208-ABEB-4E1B-8630-EBFE110FD45A}" srcOrd="4" destOrd="0" presId="urn:microsoft.com/office/officeart/2005/8/layout/vList3"/>
    <dgm:cxn modelId="{FBD97A07-CEA0-46CF-B596-C13FDE9CB011}" type="presParOf" srcId="{217BD208-ABEB-4E1B-8630-EBFE110FD45A}" destId="{13768A02-FD2C-4EE4-9308-C194E95353B1}" srcOrd="0" destOrd="0" presId="urn:microsoft.com/office/officeart/2005/8/layout/vList3"/>
    <dgm:cxn modelId="{8A9B3C17-4999-4A8B-951A-249F4E13202D}" type="presParOf" srcId="{217BD208-ABEB-4E1B-8630-EBFE110FD45A}" destId="{637818B1-57F1-4773-BF7D-946F13203455}"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FAD89C-D838-4E11-A89C-507645DA1F73}"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n-US"/>
        </a:p>
      </dgm:t>
    </dgm:pt>
    <dgm:pt modelId="{5CC65E69-3B5D-4F2C-9215-AAAE1B932385}">
      <dgm:prSet phldrT="[Text]"/>
      <dgm:spPr/>
      <dgm:t>
        <a:bodyPr/>
        <a:lstStyle/>
        <a:p>
          <a:r>
            <a:rPr lang="en-US" dirty="0" smtClean="0"/>
            <a:t>Data Scientist</a:t>
          </a:r>
          <a:endParaRPr lang="en-US" dirty="0"/>
        </a:p>
      </dgm:t>
    </dgm:pt>
    <dgm:pt modelId="{67FDDFDC-90B0-4A42-9792-A25A982FEFC1}" type="parTrans" cxnId="{0DB0D9EA-D374-4395-BBF9-2123D5079268}">
      <dgm:prSet/>
      <dgm:spPr/>
      <dgm:t>
        <a:bodyPr/>
        <a:lstStyle/>
        <a:p>
          <a:endParaRPr lang="en-US"/>
        </a:p>
      </dgm:t>
    </dgm:pt>
    <dgm:pt modelId="{4E696AB5-A3C1-4B91-B363-589805D7CE15}" type="sibTrans" cxnId="{0DB0D9EA-D374-4395-BBF9-2123D5079268}">
      <dgm:prSet/>
      <dgm:spPr/>
      <dgm:t>
        <a:bodyPr/>
        <a:lstStyle/>
        <a:p>
          <a:endParaRPr lang="en-US"/>
        </a:p>
      </dgm:t>
    </dgm:pt>
    <dgm:pt modelId="{EF1C8240-FB3B-4F6A-9A66-A22CCEFA994E}">
      <dgm:prSet phldrT="[Text]"/>
      <dgm:spPr/>
      <dgm:t>
        <a:bodyPr/>
        <a:lstStyle/>
        <a:p>
          <a:r>
            <a:rPr lang="en-US" dirty="0" smtClean="0"/>
            <a:t>Computer Scientist</a:t>
          </a:r>
          <a:endParaRPr lang="en-US" dirty="0"/>
        </a:p>
      </dgm:t>
    </dgm:pt>
    <dgm:pt modelId="{B86B5CBB-678D-4154-89ED-B9B664B4D84F}" type="parTrans" cxnId="{173700DA-87FF-4642-ABB1-7B928CB2B09C}">
      <dgm:prSet/>
      <dgm:spPr/>
      <dgm:t>
        <a:bodyPr/>
        <a:lstStyle/>
        <a:p>
          <a:endParaRPr lang="en-US"/>
        </a:p>
      </dgm:t>
    </dgm:pt>
    <dgm:pt modelId="{CB568A5F-B395-4BE2-8031-0D48F680B80B}" type="sibTrans" cxnId="{173700DA-87FF-4642-ABB1-7B928CB2B09C}">
      <dgm:prSet/>
      <dgm:spPr/>
      <dgm:t>
        <a:bodyPr/>
        <a:lstStyle/>
        <a:p>
          <a:endParaRPr lang="en-US"/>
        </a:p>
      </dgm:t>
    </dgm:pt>
    <dgm:pt modelId="{C7C1DBD5-8BAB-4E96-8F7A-D30D739098FC}">
      <dgm:prSet phldrT="[Text]"/>
      <dgm:spPr/>
      <dgm:t>
        <a:bodyPr/>
        <a:lstStyle/>
        <a:p>
          <a:r>
            <a:rPr lang="en-US" dirty="0" smtClean="0"/>
            <a:t>Statistics/</a:t>
          </a:r>
          <a:r>
            <a:rPr lang="en-US" dirty="0" err="1" smtClean="0"/>
            <a:t>Maths</a:t>
          </a:r>
          <a:endParaRPr lang="en-US" dirty="0"/>
        </a:p>
      </dgm:t>
    </dgm:pt>
    <dgm:pt modelId="{2D5A562E-36BC-4F89-854B-2A5311007420}" type="parTrans" cxnId="{04E02733-CB53-4D1B-8417-A7DD97A4397C}">
      <dgm:prSet/>
      <dgm:spPr/>
      <dgm:t>
        <a:bodyPr/>
        <a:lstStyle/>
        <a:p>
          <a:endParaRPr lang="en-US"/>
        </a:p>
      </dgm:t>
    </dgm:pt>
    <dgm:pt modelId="{0930D1B1-1C03-44DB-ADD7-76920A19FC39}" type="sibTrans" cxnId="{04E02733-CB53-4D1B-8417-A7DD97A4397C}">
      <dgm:prSet/>
      <dgm:spPr/>
      <dgm:t>
        <a:bodyPr/>
        <a:lstStyle/>
        <a:p>
          <a:endParaRPr lang="en-US"/>
        </a:p>
      </dgm:t>
    </dgm:pt>
    <dgm:pt modelId="{AC30582E-98AA-435F-B5FC-22F949A9F510}">
      <dgm:prSet phldrT="[Text]"/>
      <dgm:spPr/>
      <dgm:t>
        <a:bodyPr/>
        <a:lstStyle/>
        <a:p>
          <a:r>
            <a:rPr lang="en-US" dirty="0" smtClean="0"/>
            <a:t>Soft skills</a:t>
          </a:r>
          <a:endParaRPr lang="en-US" dirty="0"/>
        </a:p>
      </dgm:t>
    </dgm:pt>
    <dgm:pt modelId="{87EA3923-1F36-4BFF-99D6-7C375D8C1DD8}" type="parTrans" cxnId="{8BF300D4-4BDB-4649-B725-4AE3809A72E2}">
      <dgm:prSet/>
      <dgm:spPr/>
      <dgm:t>
        <a:bodyPr/>
        <a:lstStyle/>
        <a:p>
          <a:endParaRPr lang="en-US"/>
        </a:p>
      </dgm:t>
    </dgm:pt>
    <dgm:pt modelId="{744CC039-0A0F-4D92-809C-D919FDC2AF01}" type="sibTrans" cxnId="{8BF300D4-4BDB-4649-B725-4AE3809A72E2}">
      <dgm:prSet/>
      <dgm:spPr/>
      <dgm:t>
        <a:bodyPr/>
        <a:lstStyle/>
        <a:p>
          <a:endParaRPr lang="en-US"/>
        </a:p>
      </dgm:t>
    </dgm:pt>
    <dgm:pt modelId="{14CFFE1F-FA4A-49CA-B1AF-EC47706FC19E}">
      <dgm:prSet phldrT="[Text]"/>
      <dgm:spPr/>
      <dgm:t>
        <a:bodyPr/>
        <a:lstStyle/>
        <a:p>
          <a:r>
            <a:rPr lang="en-US" dirty="0" smtClean="0"/>
            <a:t>Subject Matter Expertise/Domain Knowledge</a:t>
          </a:r>
          <a:endParaRPr lang="en-US" dirty="0"/>
        </a:p>
      </dgm:t>
    </dgm:pt>
    <dgm:pt modelId="{8C74876F-4242-4784-9EFF-93FB8A399493}" type="parTrans" cxnId="{D18215B1-3A02-4EFC-9B57-203E7C4C8A80}">
      <dgm:prSet/>
      <dgm:spPr/>
      <dgm:t>
        <a:bodyPr/>
        <a:lstStyle/>
        <a:p>
          <a:endParaRPr lang="en-US"/>
        </a:p>
      </dgm:t>
    </dgm:pt>
    <dgm:pt modelId="{BAA97255-1FE8-4A1E-8C9F-512A073379DC}" type="sibTrans" cxnId="{D18215B1-3A02-4EFC-9B57-203E7C4C8A80}">
      <dgm:prSet/>
      <dgm:spPr/>
      <dgm:t>
        <a:bodyPr/>
        <a:lstStyle/>
        <a:p>
          <a:endParaRPr lang="en-US"/>
        </a:p>
      </dgm:t>
    </dgm:pt>
    <dgm:pt modelId="{1996EA16-D5E7-462D-9537-625EB7A11917}" type="pres">
      <dgm:prSet presAssocID="{1EFAD89C-D838-4E11-A89C-507645DA1F73}" presName="composite" presStyleCnt="0">
        <dgm:presLayoutVars>
          <dgm:chMax val="1"/>
          <dgm:dir/>
          <dgm:resizeHandles val="exact"/>
        </dgm:presLayoutVars>
      </dgm:prSet>
      <dgm:spPr/>
      <dgm:t>
        <a:bodyPr/>
        <a:lstStyle/>
        <a:p>
          <a:endParaRPr lang="en-US"/>
        </a:p>
      </dgm:t>
    </dgm:pt>
    <dgm:pt modelId="{EC14E8B7-F8FE-4C96-9CE2-40DF62AF8BB7}" type="pres">
      <dgm:prSet presAssocID="{1EFAD89C-D838-4E11-A89C-507645DA1F73}" presName="radial" presStyleCnt="0">
        <dgm:presLayoutVars>
          <dgm:animLvl val="ctr"/>
        </dgm:presLayoutVars>
      </dgm:prSet>
      <dgm:spPr/>
    </dgm:pt>
    <dgm:pt modelId="{28A1A764-53FE-4647-8AE7-45BC2A917D65}" type="pres">
      <dgm:prSet presAssocID="{5CC65E69-3B5D-4F2C-9215-AAAE1B932385}" presName="centerShape" presStyleLbl="vennNode1" presStyleIdx="0" presStyleCnt="5"/>
      <dgm:spPr/>
      <dgm:t>
        <a:bodyPr/>
        <a:lstStyle/>
        <a:p>
          <a:endParaRPr lang="en-US"/>
        </a:p>
      </dgm:t>
    </dgm:pt>
    <dgm:pt modelId="{B0823A72-99AA-40C3-9552-7272668F839A}" type="pres">
      <dgm:prSet presAssocID="{EF1C8240-FB3B-4F6A-9A66-A22CCEFA994E}" presName="node" presStyleLbl="vennNode1" presStyleIdx="1" presStyleCnt="5">
        <dgm:presLayoutVars>
          <dgm:bulletEnabled val="1"/>
        </dgm:presLayoutVars>
      </dgm:prSet>
      <dgm:spPr/>
      <dgm:t>
        <a:bodyPr/>
        <a:lstStyle/>
        <a:p>
          <a:endParaRPr lang="en-US"/>
        </a:p>
      </dgm:t>
    </dgm:pt>
    <dgm:pt modelId="{01EA914D-023D-438D-9D64-8F1BC89D3300}" type="pres">
      <dgm:prSet presAssocID="{C7C1DBD5-8BAB-4E96-8F7A-D30D739098FC}" presName="node" presStyleLbl="vennNode1" presStyleIdx="2" presStyleCnt="5">
        <dgm:presLayoutVars>
          <dgm:bulletEnabled val="1"/>
        </dgm:presLayoutVars>
      </dgm:prSet>
      <dgm:spPr/>
      <dgm:t>
        <a:bodyPr/>
        <a:lstStyle/>
        <a:p>
          <a:endParaRPr lang="en-US"/>
        </a:p>
      </dgm:t>
    </dgm:pt>
    <dgm:pt modelId="{E94D8577-3BAA-4C4A-95FD-5E1B25CD3D2A}" type="pres">
      <dgm:prSet presAssocID="{AC30582E-98AA-435F-B5FC-22F949A9F510}" presName="node" presStyleLbl="vennNode1" presStyleIdx="3" presStyleCnt="5">
        <dgm:presLayoutVars>
          <dgm:bulletEnabled val="1"/>
        </dgm:presLayoutVars>
      </dgm:prSet>
      <dgm:spPr/>
      <dgm:t>
        <a:bodyPr/>
        <a:lstStyle/>
        <a:p>
          <a:endParaRPr lang="en-US"/>
        </a:p>
      </dgm:t>
    </dgm:pt>
    <dgm:pt modelId="{0B79DC37-3D82-482A-80AC-2A12ADE3D9A7}" type="pres">
      <dgm:prSet presAssocID="{14CFFE1F-FA4A-49CA-B1AF-EC47706FC19E}" presName="node" presStyleLbl="vennNode1" presStyleIdx="4" presStyleCnt="5">
        <dgm:presLayoutVars>
          <dgm:bulletEnabled val="1"/>
        </dgm:presLayoutVars>
      </dgm:prSet>
      <dgm:spPr/>
      <dgm:t>
        <a:bodyPr/>
        <a:lstStyle/>
        <a:p>
          <a:endParaRPr lang="en-US"/>
        </a:p>
      </dgm:t>
    </dgm:pt>
  </dgm:ptLst>
  <dgm:cxnLst>
    <dgm:cxn modelId="{FBF5B2E3-1FA3-486B-9D40-9673F2636EC1}" type="presOf" srcId="{AC30582E-98AA-435F-B5FC-22F949A9F510}" destId="{E94D8577-3BAA-4C4A-95FD-5E1B25CD3D2A}" srcOrd="0" destOrd="0" presId="urn:microsoft.com/office/officeart/2005/8/layout/radial3"/>
    <dgm:cxn modelId="{B78A7476-040F-469D-868E-CC3FD6166EA9}" type="presOf" srcId="{5CC65E69-3B5D-4F2C-9215-AAAE1B932385}" destId="{28A1A764-53FE-4647-8AE7-45BC2A917D65}" srcOrd="0" destOrd="0" presId="urn:microsoft.com/office/officeart/2005/8/layout/radial3"/>
    <dgm:cxn modelId="{11E93D18-62FD-4746-89A7-BFFB6A0DA97E}" type="presOf" srcId="{1EFAD89C-D838-4E11-A89C-507645DA1F73}" destId="{1996EA16-D5E7-462D-9537-625EB7A11917}" srcOrd="0" destOrd="0" presId="urn:microsoft.com/office/officeart/2005/8/layout/radial3"/>
    <dgm:cxn modelId="{0DB0D9EA-D374-4395-BBF9-2123D5079268}" srcId="{1EFAD89C-D838-4E11-A89C-507645DA1F73}" destId="{5CC65E69-3B5D-4F2C-9215-AAAE1B932385}" srcOrd="0" destOrd="0" parTransId="{67FDDFDC-90B0-4A42-9792-A25A982FEFC1}" sibTransId="{4E696AB5-A3C1-4B91-B363-589805D7CE15}"/>
    <dgm:cxn modelId="{F5DCBB5B-C43C-42F3-9BDB-8639218F0D8D}" type="presOf" srcId="{C7C1DBD5-8BAB-4E96-8F7A-D30D739098FC}" destId="{01EA914D-023D-438D-9D64-8F1BC89D3300}" srcOrd="0" destOrd="0" presId="urn:microsoft.com/office/officeart/2005/8/layout/radial3"/>
    <dgm:cxn modelId="{D18215B1-3A02-4EFC-9B57-203E7C4C8A80}" srcId="{5CC65E69-3B5D-4F2C-9215-AAAE1B932385}" destId="{14CFFE1F-FA4A-49CA-B1AF-EC47706FC19E}" srcOrd="3" destOrd="0" parTransId="{8C74876F-4242-4784-9EFF-93FB8A399493}" sibTransId="{BAA97255-1FE8-4A1E-8C9F-512A073379DC}"/>
    <dgm:cxn modelId="{04E02733-CB53-4D1B-8417-A7DD97A4397C}" srcId="{5CC65E69-3B5D-4F2C-9215-AAAE1B932385}" destId="{C7C1DBD5-8BAB-4E96-8F7A-D30D739098FC}" srcOrd="1" destOrd="0" parTransId="{2D5A562E-36BC-4F89-854B-2A5311007420}" sibTransId="{0930D1B1-1C03-44DB-ADD7-76920A19FC39}"/>
    <dgm:cxn modelId="{48371653-60B2-4BBF-8A49-648D0D610C1A}" type="presOf" srcId="{EF1C8240-FB3B-4F6A-9A66-A22CCEFA994E}" destId="{B0823A72-99AA-40C3-9552-7272668F839A}" srcOrd="0" destOrd="0" presId="urn:microsoft.com/office/officeart/2005/8/layout/radial3"/>
    <dgm:cxn modelId="{8BF300D4-4BDB-4649-B725-4AE3809A72E2}" srcId="{5CC65E69-3B5D-4F2C-9215-AAAE1B932385}" destId="{AC30582E-98AA-435F-B5FC-22F949A9F510}" srcOrd="2" destOrd="0" parTransId="{87EA3923-1F36-4BFF-99D6-7C375D8C1DD8}" sibTransId="{744CC039-0A0F-4D92-809C-D919FDC2AF01}"/>
    <dgm:cxn modelId="{A9EB11AF-BAED-482C-8283-6DDB19A9C2D0}" type="presOf" srcId="{14CFFE1F-FA4A-49CA-B1AF-EC47706FC19E}" destId="{0B79DC37-3D82-482A-80AC-2A12ADE3D9A7}" srcOrd="0" destOrd="0" presId="urn:microsoft.com/office/officeart/2005/8/layout/radial3"/>
    <dgm:cxn modelId="{173700DA-87FF-4642-ABB1-7B928CB2B09C}" srcId="{5CC65E69-3B5D-4F2C-9215-AAAE1B932385}" destId="{EF1C8240-FB3B-4F6A-9A66-A22CCEFA994E}" srcOrd="0" destOrd="0" parTransId="{B86B5CBB-678D-4154-89ED-B9B664B4D84F}" sibTransId="{CB568A5F-B395-4BE2-8031-0D48F680B80B}"/>
    <dgm:cxn modelId="{2968248B-92D0-4B15-8D30-C9A05E73E0A0}" type="presParOf" srcId="{1996EA16-D5E7-462D-9537-625EB7A11917}" destId="{EC14E8B7-F8FE-4C96-9CE2-40DF62AF8BB7}" srcOrd="0" destOrd="0" presId="urn:microsoft.com/office/officeart/2005/8/layout/radial3"/>
    <dgm:cxn modelId="{B6154A18-7619-4A2F-90DB-55C83202E8D2}" type="presParOf" srcId="{EC14E8B7-F8FE-4C96-9CE2-40DF62AF8BB7}" destId="{28A1A764-53FE-4647-8AE7-45BC2A917D65}" srcOrd="0" destOrd="0" presId="urn:microsoft.com/office/officeart/2005/8/layout/radial3"/>
    <dgm:cxn modelId="{A0DE9A12-0E99-437B-A8A5-0A4B12D40F79}" type="presParOf" srcId="{EC14E8B7-F8FE-4C96-9CE2-40DF62AF8BB7}" destId="{B0823A72-99AA-40C3-9552-7272668F839A}" srcOrd="1" destOrd="0" presId="urn:microsoft.com/office/officeart/2005/8/layout/radial3"/>
    <dgm:cxn modelId="{6CDB1350-0A79-4AA9-B56A-A3943AEC3985}" type="presParOf" srcId="{EC14E8B7-F8FE-4C96-9CE2-40DF62AF8BB7}" destId="{01EA914D-023D-438D-9D64-8F1BC89D3300}" srcOrd="2" destOrd="0" presId="urn:microsoft.com/office/officeart/2005/8/layout/radial3"/>
    <dgm:cxn modelId="{2C51C4B2-9576-49C4-AF95-947DE3722393}" type="presParOf" srcId="{EC14E8B7-F8FE-4C96-9CE2-40DF62AF8BB7}" destId="{E94D8577-3BAA-4C4A-95FD-5E1B25CD3D2A}" srcOrd="3" destOrd="0" presId="urn:microsoft.com/office/officeart/2005/8/layout/radial3"/>
    <dgm:cxn modelId="{721307F3-4C07-4AF3-9866-7F695695FEA3}" type="presParOf" srcId="{EC14E8B7-F8FE-4C96-9CE2-40DF62AF8BB7}" destId="{0B79DC37-3D82-482A-80AC-2A12ADE3D9A7}" srcOrd="4"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81EEF3-7E76-49AB-B468-06078E4D8180}"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B439C6C5-5E11-4B02-8275-A51F1B69D5D4}">
      <dgm:prSet/>
      <dgm:spPr/>
      <dgm:t>
        <a:bodyPr/>
        <a:lstStyle/>
        <a:p>
          <a:pPr rtl="0"/>
          <a:r>
            <a:rPr lang="en-US" dirty="0" smtClean="0"/>
            <a:t>DATA</a:t>
          </a:r>
          <a:endParaRPr lang="en-GB" dirty="0"/>
        </a:p>
      </dgm:t>
    </dgm:pt>
    <dgm:pt modelId="{24D2BE11-A814-400D-8E01-F6AA2A69BC82}" type="parTrans" cxnId="{78865074-3F50-4D4B-8BDB-82234593C41E}">
      <dgm:prSet/>
      <dgm:spPr/>
      <dgm:t>
        <a:bodyPr/>
        <a:lstStyle/>
        <a:p>
          <a:endParaRPr lang="en-US"/>
        </a:p>
      </dgm:t>
    </dgm:pt>
    <dgm:pt modelId="{D7BF827E-B64E-4934-BA9C-4F4A71AF0863}" type="sibTrans" cxnId="{78865074-3F50-4D4B-8BDB-82234593C41E}">
      <dgm:prSet/>
      <dgm:spPr/>
      <dgm:t>
        <a:bodyPr/>
        <a:lstStyle/>
        <a:p>
          <a:endParaRPr lang="en-US"/>
        </a:p>
      </dgm:t>
    </dgm:pt>
    <dgm:pt modelId="{0A99FB99-6CCE-4B18-BDA6-B404A446F902}">
      <dgm:prSet/>
      <dgm:spPr/>
      <dgm:t>
        <a:bodyPr/>
        <a:lstStyle/>
        <a:p>
          <a:pPr rtl="0"/>
          <a:r>
            <a:rPr lang="en-US" dirty="0" smtClean="0"/>
            <a:t>PROCESS</a:t>
          </a:r>
          <a:endParaRPr lang="en-GB" dirty="0"/>
        </a:p>
      </dgm:t>
    </dgm:pt>
    <dgm:pt modelId="{1AAB7BF3-EE1C-441A-B6EC-585A0488B862}" type="parTrans" cxnId="{ED8550F4-258B-4301-B04C-1507BE2F6AE9}">
      <dgm:prSet/>
      <dgm:spPr/>
      <dgm:t>
        <a:bodyPr/>
        <a:lstStyle/>
        <a:p>
          <a:endParaRPr lang="en-US"/>
        </a:p>
      </dgm:t>
    </dgm:pt>
    <dgm:pt modelId="{687622D4-66D3-45E0-BA54-9F0EAAB3B143}" type="sibTrans" cxnId="{ED8550F4-258B-4301-B04C-1507BE2F6AE9}">
      <dgm:prSet/>
      <dgm:spPr/>
      <dgm:t>
        <a:bodyPr/>
        <a:lstStyle/>
        <a:p>
          <a:endParaRPr lang="en-US"/>
        </a:p>
      </dgm:t>
    </dgm:pt>
    <dgm:pt modelId="{30CC440F-7317-4C9D-BD52-381BB36F90C1}">
      <dgm:prSet/>
      <dgm:spPr/>
      <dgm:t>
        <a:bodyPr/>
        <a:lstStyle/>
        <a:p>
          <a:pPr rtl="0"/>
          <a:r>
            <a:rPr lang="en-US" dirty="0" smtClean="0"/>
            <a:t>INFORMATION</a:t>
          </a:r>
          <a:endParaRPr lang="en-GB" dirty="0"/>
        </a:p>
      </dgm:t>
    </dgm:pt>
    <dgm:pt modelId="{4913266D-31FE-4BAF-9B1D-BD318B138EE9}" type="parTrans" cxnId="{CC41C2AD-E0FB-45BD-B8EC-C64429FAB53A}">
      <dgm:prSet/>
      <dgm:spPr/>
      <dgm:t>
        <a:bodyPr/>
        <a:lstStyle/>
        <a:p>
          <a:endParaRPr lang="en-US"/>
        </a:p>
      </dgm:t>
    </dgm:pt>
    <dgm:pt modelId="{F8F97A83-C151-44E1-9825-A7F35A66B628}" type="sibTrans" cxnId="{CC41C2AD-E0FB-45BD-B8EC-C64429FAB53A}">
      <dgm:prSet/>
      <dgm:spPr/>
      <dgm:t>
        <a:bodyPr/>
        <a:lstStyle/>
        <a:p>
          <a:endParaRPr lang="en-US"/>
        </a:p>
      </dgm:t>
    </dgm:pt>
    <dgm:pt modelId="{DE09C362-9EAD-4751-AB00-A506C42FC141}" type="pres">
      <dgm:prSet presAssocID="{6A81EEF3-7E76-49AB-B468-06078E4D8180}" presName="compositeShape" presStyleCnt="0">
        <dgm:presLayoutVars>
          <dgm:dir/>
          <dgm:resizeHandles/>
        </dgm:presLayoutVars>
      </dgm:prSet>
      <dgm:spPr/>
      <dgm:t>
        <a:bodyPr/>
        <a:lstStyle/>
        <a:p>
          <a:endParaRPr lang="en-US"/>
        </a:p>
      </dgm:t>
    </dgm:pt>
    <dgm:pt modelId="{F2AE275A-5C72-48CD-B7A3-9AF62C0DDF77}" type="pres">
      <dgm:prSet presAssocID="{6A81EEF3-7E76-49AB-B468-06078E4D8180}" presName="pyramid" presStyleLbl="node1" presStyleIdx="0" presStyleCnt="1"/>
      <dgm:spPr/>
    </dgm:pt>
    <dgm:pt modelId="{8CF21872-DE83-422E-8B58-572AE9B7A226}" type="pres">
      <dgm:prSet presAssocID="{6A81EEF3-7E76-49AB-B468-06078E4D8180}" presName="theList" presStyleCnt="0"/>
      <dgm:spPr/>
    </dgm:pt>
    <dgm:pt modelId="{4E80E717-9780-41F1-AA1A-332E32B9F364}" type="pres">
      <dgm:prSet presAssocID="{B439C6C5-5E11-4B02-8275-A51F1B69D5D4}" presName="aNode" presStyleLbl="fgAcc1" presStyleIdx="0" presStyleCnt="3">
        <dgm:presLayoutVars>
          <dgm:bulletEnabled val="1"/>
        </dgm:presLayoutVars>
      </dgm:prSet>
      <dgm:spPr/>
      <dgm:t>
        <a:bodyPr/>
        <a:lstStyle/>
        <a:p>
          <a:endParaRPr lang="en-US"/>
        </a:p>
      </dgm:t>
    </dgm:pt>
    <dgm:pt modelId="{1029BEBC-CF7D-4A55-B362-5C596BAA9D9A}" type="pres">
      <dgm:prSet presAssocID="{B439C6C5-5E11-4B02-8275-A51F1B69D5D4}" presName="aSpace" presStyleCnt="0"/>
      <dgm:spPr/>
    </dgm:pt>
    <dgm:pt modelId="{AA16DE7C-EE78-4CD6-8846-C9185EB7CE6E}" type="pres">
      <dgm:prSet presAssocID="{0A99FB99-6CCE-4B18-BDA6-B404A446F902}" presName="aNode" presStyleLbl="fgAcc1" presStyleIdx="1" presStyleCnt="3">
        <dgm:presLayoutVars>
          <dgm:bulletEnabled val="1"/>
        </dgm:presLayoutVars>
      </dgm:prSet>
      <dgm:spPr/>
      <dgm:t>
        <a:bodyPr/>
        <a:lstStyle/>
        <a:p>
          <a:endParaRPr lang="en-US"/>
        </a:p>
      </dgm:t>
    </dgm:pt>
    <dgm:pt modelId="{3E2C2D8C-89D4-4BFB-8665-6E1D1A6499ED}" type="pres">
      <dgm:prSet presAssocID="{0A99FB99-6CCE-4B18-BDA6-B404A446F902}" presName="aSpace" presStyleCnt="0"/>
      <dgm:spPr/>
    </dgm:pt>
    <dgm:pt modelId="{134DA138-ED2A-4215-A003-3380A7FD54B2}" type="pres">
      <dgm:prSet presAssocID="{30CC440F-7317-4C9D-BD52-381BB36F90C1}" presName="aNode" presStyleLbl="fgAcc1" presStyleIdx="2" presStyleCnt="3">
        <dgm:presLayoutVars>
          <dgm:bulletEnabled val="1"/>
        </dgm:presLayoutVars>
      </dgm:prSet>
      <dgm:spPr/>
      <dgm:t>
        <a:bodyPr/>
        <a:lstStyle/>
        <a:p>
          <a:endParaRPr lang="en-US"/>
        </a:p>
      </dgm:t>
    </dgm:pt>
    <dgm:pt modelId="{FE27F3AC-3830-40E2-9200-5E71C9A0AB99}" type="pres">
      <dgm:prSet presAssocID="{30CC440F-7317-4C9D-BD52-381BB36F90C1}" presName="aSpace" presStyleCnt="0"/>
      <dgm:spPr/>
    </dgm:pt>
  </dgm:ptLst>
  <dgm:cxnLst>
    <dgm:cxn modelId="{95F576A0-C6B8-43CC-B357-5B346B8E560A}" type="presOf" srcId="{0A99FB99-6CCE-4B18-BDA6-B404A446F902}" destId="{AA16DE7C-EE78-4CD6-8846-C9185EB7CE6E}" srcOrd="0" destOrd="0" presId="urn:microsoft.com/office/officeart/2005/8/layout/pyramid2"/>
    <dgm:cxn modelId="{CC41C2AD-E0FB-45BD-B8EC-C64429FAB53A}" srcId="{6A81EEF3-7E76-49AB-B468-06078E4D8180}" destId="{30CC440F-7317-4C9D-BD52-381BB36F90C1}" srcOrd="2" destOrd="0" parTransId="{4913266D-31FE-4BAF-9B1D-BD318B138EE9}" sibTransId="{F8F97A83-C151-44E1-9825-A7F35A66B628}"/>
    <dgm:cxn modelId="{78865074-3F50-4D4B-8BDB-82234593C41E}" srcId="{6A81EEF3-7E76-49AB-B468-06078E4D8180}" destId="{B439C6C5-5E11-4B02-8275-A51F1B69D5D4}" srcOrd="0" destOrd="0" parTransId="{24D2BE11-A814-400D-8E01-F6AA2A69BC82}" sibTransId="{D7BF827E-B64E-4934-BA9C-4F4A71AF0863}"/>
    <dgm:cxn modelId="{CCE0F098-891A-4822-819F-BA0174DBDD6E}" type="presOf" srcId="{B439C6C5-5E11-4B02-8275-A51F1B69D5D4}" destId="{4E80E717-9780-41F1-AA1A-332E32B9F364}" srcOrd="0" destOrd="0" presId="urn:microsoft.com/office/officeart/2005/8/layout/pyramid2"/>
    <dgm:cxn modelId="{E17E93B6-9194-453E-B328-3D76D492FC85}" type="presOf" srcId="{6A81EEF3-7E76-49AB-B468-06078E4D8180}" destId="{DE09C362-9EAD-4751-AB00-A506C42FC141}" srcOrd="0" destOrd="0" presId="urn:microsoft.com/office/officeart/2005/8/layout/pyramid2"/>
    <dgm:cxn modelId="{ED8550F4-258B-4301-B04C-1507BE2F6AE9}" srcId="{6A81EEF3-7E76-49AB-B468-06078E4D8180}" destId="{0A99FB99-6CCE-4B18-BDA6-B404A446F902}" srcOrd="1" destOrd="0" parTransId="{1AAB7BF3-EE1C-441A-B6EC-585A0488B862}" sibTransId="{687622D4-66D3-45E0-BA54-9F0EAAB3B143}"/>
    <dgm:cxn modelId="{E526C161-6081-4018-B0D6-F57054067848}" type="presOf" srcId="{30CC440F-7317-4C9D-BD52-381BB36F90C1}" destId="{134DA138-ED2A-4215-A003-3380A7FD54B2}" srcOrd="0" destOrd="0" presId="urn:microsoft.com/office/officeart/2005/8/layout/pyramid2"/>
    <dgm:cxn modelId="{53E36D1C-0EB4-4A40-9896-EA391FF88C0B}" type="presParOf" srcId="{DE09C362-9EAD-4751-AB00-A506C42FC141}" destId="{F2AE275A-5C72-48CD-B7A3-9AF62C0DDF77}" srcOrd="0" destOrd="0" presId="urn:microsoft.com/office/officeart/2005/8/layout/pyramid2"/>
    <dgm:cxn modelId="{F66E629E-E0AC-4868-999A-7B55BAE2317F}" type="presParOf" srcId="{DE09C362-9EAD-4751-AB00-A506C42FC141}" destId="{8CF21872-DE83-422E-8B58-572AE9B7A226}" srcOrd="1" destOrd="0" presId="urn:microsoft.com/office/officeart/2005/8/layout/pyramid2"/>
    <dgm:cxn modelId="{4C107507-B8E9-48CB-8E0A-EB3FE9D24247}" type="presParOf" srcId="{8CF21872-DE83-422E-8B58-572AE9B7A226}" destId="{4E80E717-9780-41F1-AA1A-332E32B9F364}" srcOrd="0" destOrd="0" presId="urn:microsoft.com/office/officeart/2005/8/layout/pyramid2"/>
    <dgm:cxn modelId="{8DC0812D-CD6D-4BB5-A308-1BC3EA8158F4}" type="presParOf" srcId="{8CF21872-DE83-422E-8B58-572AE9B7A226}" destId="{1029BEBC-CF7D-4A55-B362-5C596BAA9D9A}" srcOrd="1" destOrd="0" presId="urn:microsoft.com/office/officeart/2005/8/layout/pyramid2"/>
    <dgm:cxn modelId="{3002F3D7-5779-4F44-AE52-4E58E09B069F}" type="presParOf" srcId="{8CF21872-DE83-422E-8B58-572AE9B7A226}" destId="{AA16DE7C-EE78-4CD6-8846-C9185EB7CE6E}" srcOrd="2" destOrd="0" presId="urn:microsoft.com/office/officeart/2005/8/layout/pyramid2"/>
    <dgm:cxn modelId="{CE4C3F97-D91F-486D-85FE-F2ADBC153EF9}" type="presParOf" srcId="{8CF21872-DE83-422E-8B58-572AE9B7A226}" destId="{3E2C2D8C-89D4-4BFB-8665-6E1D1A6499ED}" srcOrd="3" destOrd="0" presId="urn:microsoft.com/office/officeart/2005/8/layout/pyramid2"/>
    <dgm:cxn modelId="{A9B81EE3-2620-44BC-8EE8-848AD8193E0B}" type="presParOf" srcId="{8CF21872-DE83-422E-8B58-572AE9B7A226}" destId="{134DA138-ED2A-4215-A003-3380A7FD54B2}" srcOrd="4" destOrd="0" presId="urn:microsoft.com/office/officeart/2005/8/layout/pyramid2"/>
    <dgm:cxn modelId="{14CACEF5-FA97-4453-ABA8-46612D78F217}" type="presParOf" srcId="{8CF21872-DE83-422E-8B58-572AE9B7A226}" destId="{FE27F3AC-3830-40E2-9200-5E71C9A0AB99}"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2C37B3-00AA-4208-91A3-A00AB1EF2D04}"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56106AC6-E794-47A7-AC97-2C6FCDDB6410}">
      <dgm:prSet phldrT="[Text]" custT="1"/>
      <dgm:spPr/>
      <dgm:t>
        <a:bodyPr/>
        <a:lstStyle/>
        <a:p>
          <a:r>
            <a:rPr lang="en-US" sz="1400" dirty="0" smtClean="0">
              <a:solidFill>
                <a:schemeClr val="bg1"/>
              </a:solidFill>
            </a:rPr>
            <a:t>Business Understanding</a:t>
          </a:r>
          <a:endParaRPr lang="en-US" sz="1400" dirty="0">
            <a:solidFill>
              <a:schemeClr val="bg1"/>
            </a:solidFill>
          </a:endParaRPr>
        </a:p>
      </dgm:t>
    </dgm:pt>
    <dgm:pt modelId="{9EB2631E-1BEF-4466-86D0-FB91DE41CB79}" type="parTrans" cxnId="{73694F46-D7C5-4052-96C9-36ECEA0B1CA3}">
      <dgm:prSet/>
      <dgm:spPr/>
      <dgm:t>
        <a:bodyPr/>
        <a:lstStyle/>
        <a:p>
          <a:endParaRPr lang="en-US"/>
        </a:p>
      </dgm:t>
    </dgm:pt>
    <dgm:pt modelId="{500B678E-3F12-408C-BE4C-192178825654}" type="sibTrans" cxnId="{73694F46-D7C5-4052-96C9-36ECEA0B1CA3}">
      <dgm:prSet/>
      <dgm:spPr/>
      <dgm:t>
        <a:bodyPr/>
        <a:lstStyle/>
        <a:p>
          <a:endParaRPr lang="en-US"/>
        </a:p>
      </dgm:t>
    </dgm:pt>
    <dgm:pt modelId="{9079DFC9-2DD0-45F5-A202-0079AB11F7D9}">
      <dgm:prSet phldrT="[Text]" custT="1"/>
      <dgm:spPr/>
      <dgm:t>
        <a:bodyPr/>
        <a:lstStyle/>
        <a:p>
          <a:r>
            <a:rPr lang="en-US" sz="1400" dirty="0" smtClean="0">
              <a:solidFill>
                <a:schemeClr val="bg1"/>
              </a:solidFill>
            </a:rPr>
            <a:t>Data Mining</a:t>
          </a:r>
          <a:endParaRPr lang="en-US" sz="1400" dirty="0">
            <a:solidFill>
              <a:schemeClr val="bg1"/>
            </a:solidFill>
          </a:endParaRPr>
        </a:p>
      </dgm:t>
    </dgm:pt>
    <dgm:pt modelId="{F04B5F47-BB42-4258-A98F-E34397A57091}" type="parTrans" cxnId="{2A194ADC-0415-4CF2-BB25-3D966685059A}">
      <dgm:prSet/>
      <dgm:spPr/>
      <dgm:t>
        <a:bodyPr/>
        <a:lstStyle/>
        <a:p>
          <a:endParaRPr lang="en-US"/>
        </a:p>
      </dgm:t>
    </dgm:pt>
    <dgm:pt modelId="{771095AA-ECD1-4F8A-BF78-7ED28BF9889A}" type="sibTrans" cxnId="{2A194ADC-0415-4CF2-BB25-3D966685059A}">
      <dgm:prSet/>
      <dgm:spPr/>
      <dgm:t>
        <a:bodyPr/>
        <a:lstStyle/>
        <a:p>
          <a:endParaRPr lang="en-US"/>
        </a:p>
      </dgm:t>
    </dgm:pt>
    <dgm:pt modelId="{2C486C65-D339-4FDF-BC3B-48FA39E686A1}">
      <dgm:prSet phldrT="[Text]"/>
      <dgm:spPr/>
      <dgm:t>
        <a:bodyPr/>
        <a:lstStyle/>
        <a:p>
          <a:r>
            <a:rPr lang="en-US" dirty="0" smtClean="0">
              <a:solidFill>
                <a:schemeClr val="bg1"/>
              </a:solidFill>
            </a:rPr>
            <a:t>Data Cleaning</a:t>
          </a:r>
          <a:endParaRPr lang="en-US" dirty="0">
            <a:solidFill>
              <a:schemeClr val="bg1"/>
            </a:solidFill>
          </a:endParaRPr>
        </a:p>
      </dgm:t>
    </dgm:pt>
    <dgm:pt modelId="{FB504F64-92D8-4C89-99A8-D7EB1DFAEA45}" type="parTrans" cxnId="{EF9B604A-8FE9-4EAF-BB1E-E2277C36F76E}">
      <dgm:prSet/>
      <dgm:spPr/>
      <dgm:t>
        <a:bodyPr/>
        <a:lstStyle/>
        <a:p>
          <a:endParaRPr lang="en-US"/>
        </a:p>
      </dgm:t>
    </dgm:pt>
    <dgm:pt modelId="{257F098D-E218-40A0-A4EE-DE0AF3715BCD}" type="sibTrans" cxnId="{EF9B604A-8FE9-4EAF-BB1E-E2277C36F76E}">
      <dgm:prSet/>
      <dgm:spPr/>
      <dgm:t>
        <a:bodyPr/>
        <a:lstStyle/>
        <a:p>
          <a:endParaRPr lang="en-US"/>
        </a:p>
      </dgm:t>
    </dgm:pt>
    <dgm:pt modelId="{E97A19A5-6988-4426-B405-3343BC7A1D16}">
      <dgm:prSet phldrT="[Text]" custT="1"/>
      <dgm:spPr/>
      <dgm:t>
        <a:bodyPr/>
        <a:lstStyle/>
        <a:p>
          <a:r>
            <a:rPr lang="en-US" sz="1400" dirty="0" smtClean="0">
              <a:solidFill>
                <a:schemeClr val="bg1"/>
              </a:solidFill>
            </a:rPr>
            <a:t>Data Exploration</a:t>
          </a:r>
          <a:endParaRPr lang="en-US" sz="1400" dirty="0">
            <a:solidFill>
              <a:schemeClr val="bg1"/>
            </a:solidFill>
          </a:endParaRPr>
        </a:p>
      </dgm:t>
    </dgm:pt>
    <dgm:pt modelId="{5E138B4B-220E-4736-B82D-0D2EC48BD371}" type="parTrans" cxnId="{882A5F94-14AE-4DC1-9E0A-CD069CDB8F55}">
      <dgm:prSet/>
      <dgm:spPr/>
      <dgm:t>
        <a:bodyPr/>
        <a:lstStyle/>
        <a:p>
          <a:endParaRPr lang="en-US"/>
        </a:p>
      </dgm:t>
    </dgm:pt>
    <dgm:pt modelId="{7D9C8448-D9AA-4A4E-A454-B4F7D6145B83}" type="sibTrans" cxnId="{882A5F94-14AE-4DC1-9E0A-CD069CDB8F55}">
      <dgm:prSet/>
      <dgm:spPr/>
      <dgm:t>
        <a:bodyPr/>
        <a:lstStyle/>
        <a:p>
          <a:endParaRPr lang="en-US"/>
        </a:p>
      </dgm:t>
    </dgm:pt>
    <dgm:pt modelId="{433A988B-8830-47F2-B494-03DC1D4EF590}">
      <dgm:prSet phldrT="[Text]" custT="1"/>
      <dgm:spPr/>
      <dgm:t>
        <a:bodyPr/>
        <a:lstStyle/>
        <a:p>
          <a:r>
            <a:rPr lang="en-US" sz="1400" dirty="0" smtClean="0">
              <a:solidFill>
                <a:schemeClr val="bg1"/>
              </a:solidFill>
            </a:rPr>
            <a:t>Feature Engineering</a:t>
          </a:r>
          <a:endParaRPr lang="en-US" sz="1400" dirty="0">
            <a:solidFill>
              <a:schemeClr val="bg1"/>
            </a:solidFill>
          </a:endParaRPr>
        </a:p>
      </dgm:t>
    </dgm:pt>
    <dgm:pt modelId="{5EC2D918-CF3D-41A5-9E15-3C6D42CCA35B}" type="parTrans" cxnId="{4353CB31-31AE-4621-A9F6-E7AA37BE4DBB}">
      <dgm:prSet/>
      <dgm:spPr/>
      <dgm:t>
        <a:bodyPr/>
        <a:lstStyle/>
        <a:p>
          <a:endParaRPr lang="en-US"/>
        </a:p>
      </dgm:t>
    </dgm:pt>
    <dgm:pt modelId="{FE18DA4E-371D-460A-9913-AF35D2A0FF95}" type="sibTrans" cxnId="{4353CB31-31AE-4621-A9F6-E7AA37BE4DBB}">
      <dgm:prSet/>
      <dgm:spPr/>
      <dgm:t>
        <a:bodyPr/>
        <a:lstStyle/>
        <a:p>
          <a:endParaRPr lang="en-US"/>
        </a:p>
      </dgm:t>
    </dgm:pt>
    <dgm:pt modelId="{45367ECB-31C7-4C53-9542-C73CFADB8FE7}">
      <dgm:prSet/>
      <dgm:spPr/>
      <dgm:t>
        <a:bodyPr/>
        <a:lstStyle/>
        <a:p>
          <a:endParaRPr lang="en-US"/>
        </a:p>
      </dgm:t>
    </dgm:pt>
    <dgm:pt modelId="{631125A9-D307-40E2-ACFC-DF0199FCD738}" type="parTrans" cxnId="{907CFFC9-565B-4B5C-A7CA-ED995AD49A72}">
      <dgm:prSet/>
      <dgm:spPr/>
      <dgm:t>
        <a:bodyPr/>
        <a:lstStyle/>
        <a:p>
          <a:endParaRPr lang="en-US"/>
        </a:p>
      </dgm:t>
    </dgm:pt>
    <dgm:pt modelId="{498C6283-A506-4F76-A4A7-9130FE279C46}" type="sibTrans" cxnId="{907CFFC9-565B-4B5C-A7CA-ED995AD49A72}">
      <dgm:prSet/>
      <dgm:spPr/>
      <dgm:t>
        <a:bodyPr/>
        <a:lstStyle/>
        <a:p>
          <a:endParaRPr lang="en-US"/>
        </a:p>
      </dgm:t>
    </dgm:pt>
    <dgm:pt modelId="{B4F49C9A-6219-47BD-8094-1A0A78020478}">
      <dgm:prSet/>
      <dgm:spPr/>
      <dgm:t>
        <a:bodyPr/>
        <a:lstStyle/>
        <a:p>
          <a:endParaRPr lang="en-US"/>
        </a:p>
      </dgm:t>
    </dgm:pt>
    <dgm:pt modelId="{417D712B-E203-4351-A4F5-E0BB31C19567}" type="parTrans" cxnId="{4CE56BB0-0DCF-4D41-BF9F-8E8F07E33308}">
      <dgm:prSet/>
      <dgm:spPr/>
      <dgm:t>
        <a:bodyPr/>
        <a:lstStyle/>
        <a:p>
          <a:endParaRPr lang="en-US"/>
        </a:p>
      </dgm:t>
    </dgm:pt>
    <dgm:pt modelId="{BC864A8E-2AD9-499D-909C-E5AA8A71693C}" type="sibTrans" cxnId="{4CE56BB0-0DCF-4D41-BF9F-8E8F07E33308}">
      <dgm:prSet/>
      <dgm:spPr/>
      <dgm:t>
        <a:bodyPr/>
        <a:lstStyle/>
        <a:p>
          <a:endParaRPr lang="en-US"/>
        </a:p>
      </dgm:t>
    </dgm:pt>
    <dgm:pt modelId="{D526B855-1241-4400-95C0-9C04D1EC73D3}">
      <dgm:prSet/>
      <dgm:spPr/>
      <dgm:t>
        <a:bodyPr/>
        <a:lstStyle/>
        <a:p>
          <a:endParaRPr lang="en-US"/>
        </a:p>
      </dgm:t>
    </dgm:pt>
    <dgm:pt modelId="{7FECE342-0C43-4EC3-BB1F-319D5DA43299}" type="parTrans" cxnId="{00506068-3544-4F79-8C47-332855CFCDC8}">
      <dgm:prSet/>
      <dgm:spPr/>
      <dgm:t>
        <a:bodyPr/>
        <a:lstStyle/>
        <a:p>
          <a:endParaRPr lang="en-US"/>
        </a:p>
      </dgm:t>
    </dgm:pt>
    <dgm:pt modelId="{C0A23491-F671-4E2C-A91B-1180613B15C5}" type="sibTrans" cxnId="{00506068-3544-4F79-8C47-332855CFCDC8}">
      <dgm:prSet/>
      <dgm:spPr/>
      <dgm:t>
        <a:bodyPr/>
        <a:lstStyle/>
        <a:p>
          <a:endParaRPr lang="en-US"/>
        </a:p>
      </dgm:t>
    </dgm:pt>
    <dgm:pt modelId="{2AC1771B-F6A3-4A16-91CF-8885AFA55765}">
      <dgm:prSet phldrT="[Text]" custT="1"/>
      <dgm:spPr/>
      <dgm:t>
        <a:bodyPr/>
        <a:lstStyle/>
        <a:p>
          <a:r>
            <a:rPr lang="en-US" sz="1400" dirty="0" smtClean="0">
              <a:solidFill>
                <a:schemeClr val="bg1"/>
              </a:solidFill>
            </a:rPr>
            <a:t>Predictive Modelling</a:t>
          </a:r>
          <a:endParaRPr lang="en-US" sz="1400" dirty="0">
            <a:solidFill>
              <a:schemeClr val="bg1"/>
            </a:solidFill>
          </a:endParaRPr>
        </a:p>
      </dgm:t>
    </dgm:pt>
    <dgm:pt modelId="{70D4A1FA-511A-41DC-B623-E64DB7F53E5F}" type="parTrans" cxnId="{09C635B9-DE85-412F-AFC6-580777EBE577}">
      <dgm:prSet/>
      <dgm:spPr/>
      <dgm:t>
        <a:bodyPr/>
        <a:lstStyle/>
        <a:p>
          <a:endParaRPr lang="en-US"/>
        </a:p>
      </dgm:t>
    </dgm:pt>
    <dgm:pt modelId="{B43C0A6E-3FD9-44B3-BE34-7624EFE465DB}" type="sibTrans" cxnId="{09C635B9-DE85-412F-AFC6-580777EBE577}">
      <dgm:prSet/>
      <dgm:spPr/>
      <dgm:t>
        <a:bodyPr/>
        <a:lstStyle/>
        <a:p>
          <a:endParaRPr lang="en-US"/>
        </a:p>
      </dgm:t>
    </dgm:pt>
    <dgm:pt modelId="{27E01579-AEAE-4C43-94C9-12E1DE349A59}">
      <dgm:prSet/>
      <dgm:spPr/>
      <dgm:t>
        <a:bodyPr/>
        <a:lstStyle/>
        <a:p>
          <a:endParaRPr lang="en-US"/>
        </a:p>
      </dgm:t>
    </dgm:pt>
    <dgm:pt modelId="{C59EF0E7-3504-4075-8C33-CE5C4B021348}" type="parTrans" cxnId="{3A0F8238-C954-416A-8C93-1F04F24B9C81}">
      <dgm:prSet/>
      <dgm:spPr/>
      <dgm:t>
        <a:bodyPr/>
        <a:lstStyle/>
        <a:p>
          <a:endParaRPr lang="en-US"/>
        </a:p>
      </dgm:t>
    </dgm:pt>
    <dgm:pt modelId="{DA12C615-69AC-4A7A-9358-AED30955F2A9}" type="sibTrans" cxnId="{3A0F8238-C954-416A-8C93-1F04F24B9C81}">
      <dgm:prSet/>
      <dgm:spPr/>
      <dgm:t>
        <a:bodyPr/>
        <a:lstStyle/>
        <a:p>
          <a:endParaRPr lang="en-US"/>
        </a:p>
      </dgm:t>
    </dgm:pt>
    <dgm:pt modelId="{34D67801-F5E1-497E-B647-7D263AC9D992}">
      <dgm:prSet phldrT="[Text]" custT="1"/>
      <dgm:spPr/>
      <dgm:t>
        <a:bodyPr/>
        <a:lstStyle/>
        <a:p>
          <a:r>
            <a:rPr lang="en-US" sz="1200" dirty="0" smtClean="0">
              <a:solidFill>
                <a:schemeClr val="bg1"/>
              </a:solidFill>
            </a:rPr>
            <a:t>Data Visualization</a:t>
          </a:r>
          <a:endParaRPr lang="en-US" sz="1200" dirty="0">
            <a:solidFill>
              <a:schemeClr val="bg1"/>
            </a:solidFill>
          </a:endParaRPr>
        </a:p>
      </dgm:t>
    </dgm:pt>
    <dgm:pt modelId="{FBD38E90-14E0-4CEE-8654-4C1A7D91677F}" type="parTrans" cxnId="{98A12048-D839-4241-A3D8-FF6E9CE1BDDC}">
      <dgm:prSet/>
      <dgm:spPr/>
      <dgm:t>
        <a:bodyPr/>
        <a:lstStyle/>
        <a:p>
          <a:endParaRPr lang="en-US"/>
        </a:p>
      </dgm:t>
    </dgm:pt>
    <dgm:pt modelId="{8EC2FBFB-F110-4B22-B90F-9C961FD48BED}" type="sibTrans" cxnId="{98A12048-D839-4241-A3D8-FF6E9CE1BDDC}">
      <dgm:prSet/>
      <dgm:spPr/>
      <dgm:t>
        <a:bodyPr/>
        <a:lstStyle/>
        <a:p>
          <a:endParaRPr lang="en-US"/>
        </a:p>
      </dgm:t>
    </dgm:pt>
    <dgm:pt modelId="{24FCCD91-5E1F-41FD-8DBA-F76494BE30FA}" type="pres">
      <dgm:prSet presAssocID="{E32C37B3-00AA-4208-91A3-A00AB1EF2D04}" presName="cycle" presStyleCnt="0">
        <dgm:presLayoutVars>
          <dgm:dir/>
          <dgm:resizeHandles val="exact"/>
        </dgm:presLayoutVars>
      </dgm:prSet>
      <dgm:spPr/>
      <dgm:t>
        <a:bodyPr/>
        <a:lstStyle/>
        <a:p>
          <a:endParaRPr lang="en-US"/>
        </a:p>
      </dgm:t>
    </dgm:pt>
    <dgm:pt modelId="{70F0FEFC-298D-4081-9806-4729A1A2C710}" type="pres">
      <dgm:prSet presAssocID="{56106AC6-E794-47A7-AC97-2C6FCDDB6410}" presName="dummy" presStyleCnt="0"/>
      <dgm:spPr/>
    </dgm:pt>
    <dgm:pt modelId="{984D1CAF-940F-42ED-AE0A-F1D0A42EC9A2}" type="pres">
      <dgm:prSet presAssocID="{56106AC6-E794-47A7-AC97-2C6FCDDB6410}" presName="node" presStyleLbl="revTx" presStyleIdx="0" presStyleCnt="11" custFlipHor="1" custScaleX="331904" custScaleY="100845">
        <dgm:presLayoutVars>
          <dgm:bulletEnabled val="1"/>
        </dgm:presLayoutVars>
      </dgm:prSet>
      <dgm:spPr/>
      <dgm:t>
        <a:bodyPr/>
        <a:lstStyle/>
        <a:p>
          <a:endParaRPr lang="en-US"/>
        </a:p>
      </dgm:t>
    </dgm:pt>
    <dgm:pt modelId="{3844A5CA-E003-4E33-952D-4CB7767A3B66}" type="pres">
      <dgm:prSet presAssocID="{500B678E-3F12-408C-BE4C-192178825654}" presName="sibTrans" presStyleLbl="node1" presStyleIdx="0" presStyleCnt="11"/>
      <dgm:spPr/>
      <dgm:t>
        <a:bodyPr/>
        <a:lstStyle/>
        <a:p>
          <a:endParaRPr lang="en-US"/>
        </a:p>
      </dgm:t>
    </dgm:pt>
    <dgm:pt modelId="{2048078A-BC64-4D22-B7F5-983EF1518923}" type="pres">
      <dgm:prSet presAssocID="{9079DFC9-2DD0-45F5-A202-0079AB11F7D9}" presName="dummy" presStyleCnt="0"/>
      <dgm:spPr/>
    </dgm:pt>
    <dgm:pt modelId="{1AB6AE69-6EC3-41D8-BA59-E3756E725EA4}" type="pres">
      <dgm:prSet presAssocID="{9079DFC9-2DD0-45F5-A202-0079AB11F7D9}" presName="node" presStyleLbl="revTx" presStyleIdx="1" presStyleCnt="11" custScaleX="176316">
        <dgm:presLayoutVars>
          <dgm:bulletEnabled val="1"/>
        </dgm:presLayoutVars>
      </dgm:prSet>
      <dgm:spPr/>
      <dgm:t>
        <a:bodyPr/>
        <a:lstStyle/>
        <a:p>
          <a:endParaRPr lang="en-US"/>
        </a:p>
      </dgm:t>
    </dgm:pt>
    <dgm:pt modelId="{66BCF86D-A744-482B-ACA1-E9EDA5CCB11E}" type="pres">
      <dgm:prSet presAssocID="{771095AA-ECD1-4F8A-BF78-7ED28BF9889A}" presName="sibTrans" presStyleLbl="node1" presStyleIdx="1" presStyleCnt="11" custLinFactNeighborX="1069" custLinFactNeighborY="-1730"/>
      <dgm:spPr/>
      <dgm:t>
        <a:bodyPr/>
        <a:lstStyle/>
        <a:p>
          <a:endParaRPr lang="en-US"/>
        </a:p>
      </dgm:t>
    </dgm:pt>
    <dgm:pt modelId="{6E3169F7-9209-4EFC-AD7E-185C51C2A757}" type="pres">
      <dgm:prSet presAssocID="{D526B855-1241-4400-95C0-9C04D1EC73D3}" presName="dummy" presStyleCnt="0"/>
      <dgm:spPr/>
    </dgm:pt>
    <dgm:pt modelId="{21F9A911-9CC0-47E8-B2E5-3D0E8D2F080A}" type="pres">
      <dgm:prSet presAssocID="{D526B855-1241-4400-95C0-9C04D1EC73D3}" presName="node" presStyleLbl="revTx" presStyleIdx="2" presStyleCnt="11">
        <dgm:presLayoutVars>
          <dgm:bulletEnabled val="1"/>
        </dgm:presLayoutVars>
      </dgm:prSet>
      <dgm:spPr/>
      <dgm:t>
        <a:bodyPr/>
        <a:lstStyle/>
        <a:p>
          <a:endParaRPr lang="en-US"/>
        </a:p>
      </dgm:t>
    </dgm:pt>
    <dgm:pt modelId="{1CA4BDCC-1029-4615-8D2D-60AB329B0B49}" type="pres">
      <dgm:prSet presAssocID="{C0A23491-F671-4E2C-A91B-1180613B15C5}" presName="sibTrans" presStyleLbl="node1" presStyleIdx="2" presStyleCnt="11" custLinFactNeighborY="-1730"/>
      <dgm:spPr/>
      <dgm:t>
        <a:bodyPr/>
        <a:lstStyle/>
        <a:p>
          <a:endParaRPr lang="en-US"/>
        </a:p>
      </dgm:t>
    </dgm:pt>
    <dgm:pt modelId="{F4D3632E-7351-4992-B3D3-4DC77562ACEF}" type="pres">
      <dgm:prSet presAssocID="{2C486C65-D339-4FDF-BC3B-48FA39E686A1}" presName="dummy" presStyleCnt="0"/>
      <dgm:spPr/>
    </dgm:pt>
    <dgm:pt modelId="{E4734791-FFE3-4274-B0C2-FD266F73E986}" type="pres">
      <dgm:prSet presAssocID="{2C486C65-D339-4FDF-BC3B-48FA39E686A1}" presName="node" presStyleLbl="revTx" presStyleIdx="3" presStyleCnt="11" custScaleX="248184">
        <dgm:presLayoutVars>
          <dgm:bulletEnabled val="1"/>
        </dgm:presLayoutVars>
      </dgm:prSet>
      <dgm:spPr/>
      <dgm:t>
        <a:bodyPr/>
        <a:lstStyle/>
        <a:p>
          <a:endParaRPr lang="en-US"/>
        </a:p>
      </dgm:t>
    </dgm:pt>
    <dgm:pt modelId="{7C41E0FD-6E61-48D7-AF76-D1D7F366810C}" type="pres">
      <dgm:prSet presAssocID="{257F098D-E218-40A0-A4EE-DE0AF3715BCD}" presName="sibTrans" presStyleLbl="node1" presStyleIdx="3" presStyleCnt="11" custLinFactNeighborX="0" custLinFactNeighborY="-279"/>
      <dgm:spPr/>
      <dgm:t>
        <a:bodyPr/>
        <a:lstStyle/>
        <a:p>
          <a:endParaRPr lang="en-US"/>
        </a:p>
      </dgm:t>
    </dgm:pt>
    <dgm:pt modelId="{CD849577-3856-46A6-9CAA-528FAAF33733}" type="pres">
      <dgm:prSet presAssocID="{45367ECB-31C7-4C53-9542-C73CFADB8FE7}" presName="dummy" presStyleCnt="0"/>
      <dgm:spPr/>
    </dgm:pt>
    <dgm:pt modelId="{DB6B0061-17E1-42C9-B902-F6C17C7D6D4A}" type="pres">
      <dgm:prSet presAssocID="{45367ECB-31C7-4C53-9542-C73CFADB8FE7}" presName="node" presStyleLbl="revTx" presStyleIdx="4" presStyleCnt="11">
        <dgm:presLayoutVars>
          <dgm:bulletEnabled val="1"/>
        </dgm:presLayoutVars>
      </dgm:prSet>
      <dgm:spPr/>
      <dgm:t>
        <a:bodyPr/>
        <a:lstStyle/>
        <a:p>
          <a:endParaRPr lang="en-US"/>
        </a:p>
      </dgm:t>
    </dgm:pt>
    <dgm:pt modelId="{BDB58A8A-42C4-4744-8F2E-7664C78959B5}" type="pres">
      <dgm:prSet presAssocID="{498C6283-A506-4F76-A4A7-9130FE279C46}" presName="sibTrans" presStyleLbl="node1" presStyleIdx="4" presStyleCnt="11" custScaleX="98392" custLinFactNeighborX="713" custLinFactNeighborY="-7126"/>
      <dgm:spPr/>
      <dgm:t>
        <a:bodyPr/>
        <a:lstStyle/>
        <a:p>
          <a:endParaRPr lang="en-US"/>
        </a:p>
      </dgm:t>
    </dgm:pt>
    <dgm:pt modelId="{90ECDEAA-CE2D-4079-8AE0-EFE3B7D49363}" type="pres">
      <dgm:prSet presAssocID="{B4F49C9A-6219-47BD-8094-1A0A78020478}" presName="dummy" presStyleCnt="0"/>
      <dgm:spPr/>
    </dgm:pt>
    <dgm:pt modelId="{DEF7986B-BD89-445A-AC53-14CC0AC04E34}" type="pres">
      <dgm:prSet presAssocID="{B4F49C9A-6219-47BD-8094-1A0A78020478}" presName="node" presStyleLbl="revTx" presStyleIdx="5" presStyleCnt="11">
        <dgm:presLayoutVars>
          <dgm:bulletEnabled val="1"/>
        </dgm:presLayoutVars>
      </dgm:prSet>
      <dgm:spPr/>
      <dgm:t>
        <a:bodyPr/>
        <a:lstStyle/>
        <a:p>
          <a:endParaRPr lang="en-US"/>
        </a:p>
      </dgm:t>
    </dgm:pt>
    <dgm:pt modelId="{56F557BB-677C-4522-AE97-52BF429DAC01}" type="pres">
      <dgm:prSet presAssocID="{BC864A8E-2AD9-499D-909C-E5AA8A71693C}" presName="sibTrans" presStyleLbl="node1" presStyleIdx="5" presStyleCnt="11" custLinFactNeighborX="16744" custLinFactNeighborY="-6030"/>
      <dgm:spPr/>
      <dgm:t>
        <a:bodyPr/>
        <a:lstStyle/>
        <a:p>
          <a:endParaRPr lang="en-US"/>
        </a:p>
      </dgm:t>
    </dgm:pt>
    <dgm:pt modelId="{B9FEAB66-A87C-490F-AF18-636DCD9F55C2}" type="pres">
      <dgm:prSet presAssocID="{E97A19A5-6988-4426-B405-3343BC7A1D16}" presName="dummy" presStyleCnt="0"/>
      <dgm:spPr/>
    </dgm:pt>
    <dgm:pt modelId="{17DDC538-7D6C-4379-A2B2-A48E3D356052}" type="pres">
      <dgm:prSet presAssocID="{E97A19A5-6988-4426-B405-3343BC7A1D16}" presName="node" presStyleLbl="revTx" presStyleIdx="6" presStyleCnt="11" custScaleX="335742" custScaleY="97234">
        <dgm:presLayoutVars>
          <dgm:bulletEnabled val="1"/>
        </dgm:presLayoutVars>
      </dgm:prSet>
      <dgm:spPr/>
      <dgm:t>
        <a:bodyPr/>
        <a:lstStyle/>
        <a:p>
          <a:endParaRPr lang="en-US"/>
        </a:p>
      </dgm:t>
    </dgm:pt>
    <dgm:pt modelId="{6133C597-38E5-4589-BAEE-E1E8200C5CDA}" type="pres">
      <dgm:prSet presAssocID="{7D9C8448-D9AA-4A4E-A454-B4F7D6145B83}" presName="sibTrans" presStyleLbl="node1" presStyleIdx="6" presStyleCnt="11"/>
      <dgm:spPr/>
      <dgm:t>
        <a:bodyPr/>
        <a:lstStyle/>
        <a:p>
          <a:endParaRPr lang="en-US"/>
        </a:p>
      </dgm:t>
    </dgm:pt>
    <dgm:pt modelId="{4475330F-69B9-4591-9551-491162A63B97}" type="pres">
      <dgm:prSet presAssocID="{433A988B-8830-47F2-B494-03DC1D4EF590}" presName="dummy" presStyleCnt="0"/>
      <dgm:spPr/>
    </dgm:pt>
    <dgm:pt modelId="{5C7F69D2-4AFB-42D8-ADB6-7829E347D32D}" type="pres">
      <dgm:prSet presAssocID="{433A988B-8830-47F2-B494-03DC1D4EF590}" presName="node" presStyleLbl="revTx" presStyleIdx="7" presStyleCnt="11" custScaleX="347435">
        <dgm:presLayoutVars>
          <dgm:bulletEnabled val="1"/>
        </dgm:presLayoutVars>
      </dgm:prSet>
      <dgm:spPr/>
      <dgm:t>
        <a:bodyPr/>
        <a:lstStyle/>
        <a:p>
          <a:endParaRPr lang="en-US"/>
        </a:p>
      </dgm:t>
    </dgm:pt>
    <dgm:pt modelId="{72298AF6-F591-461A-8641-BFA73AF79149}" type="pres">
      <dgm:prSet presAssocID="{FE18DA4E-371D-460A-9913-AF35D2A0FF95}" presName="sibTrans" presStyleLbl="node1" presStyleIdx="7" presStyleCnt="11"/>
      <dgm:spPr/>
      <dgm:t>
        <a:bodyPr/>
        <a:lstStyle/>
        <a:p>
          <a:endParaRPr lang="en-US"/>
        </a:p>
      </dgm:t>
    </dgm:pt>
    <dgm:pt modelId="{736D2C0C-B5C3-4EEA-B6A6-9FF3CCF03AAA}" type="pres">
      <dgm:prSet presAssocID="{2AC1771B-F6A3-4A16-91CF-8885AFA55765}" presName="dummy" presStyleCnt="0"/>
      <dgm:spPr/>
    </dgm:pt>
    <dgm:pt modelId="{386C1690-23A7-47E8-A603-9F12A12AD188}" type="pres">
      <dgm:prSet presAssocID="{2AC1771B-F6A3-4A16-91CF-8885AFA55765}" presName="node" presStyleLbl="revTx" presStyleIdx="8" presStyleCnt="11" custScaleX="280869">
        <dgm:presLayoutVars>
          <dgm:bulletEnabled val="1"/>
        </dgm:presLayoutVars>
      </dgm:prSet>
      <dgm:spPr/>
      <dgm:t>
        <a:bodyPr/>
        <a:lstStyle/>
        <a:p>
          <a:endParaRPr lang="en-US"/>
        </a:p>
      </dgm:t>
    </dgm:pt>
    <dgm:pt modelId="{F6A9A410-4DEC-42B6-B18B-F93C34BC0AA1}" type="pres">
      <dgm:prSet presAssocID="{B43C0A6E-3FD9-44B3-BE34-7624EFE465DB}" presName="sibTrans" presStyleLbl="node1" presStyleIdx="8" presStyleCnt="11"/>
      <dgm:spPr/>
      <dgm:t>
        <a:bodyPr/>
        <a:lstStyle/>
        <a:p>
          <a:endParaRPr lang="en-US"/>
        </a:p>
      </dgm:t>
    </dgm:pt>
    <dgm:pt modelId="{DEF2BC57-0D5F-4BFD-9208-2072AF06FA50}" type="pres">
      <dgm:prSet presAssocID="{27E01579-AEAE-4C43-94C9-12E1DE349A59}" presName="dummy" presStyleCnt="0"/>
      <dgm:spPr/>
    </dgm:pt>
    <dgm:pt modelId="{23F0B9B5-C883-4C6F-9723-AF41D6C23C8B}" type="pres">
      <dgm:prSet presAssocID="{27E01579-AEAE-4C43-94C9-12E1DE349A59}" presName="node" presStyleLbl="revTx" presStyleIdx="9" presStyleCnt="11">
        <dgm:presLayoutVars>
          <dgm:bulletEnabled val="1"/>
        </dgm:presLayoutVars>
      </dgm:prSet>
      <dgm:spPr/>
      <dgm:t>
        <a:bodyPr/>
        <a:lstStyle/>
        <a:p>
          <a:endParaRPr lang="en-US"/>
        </a:p>
      </dgm:t>
    </dgm:pt>
    <dgm:pt modelId="{75731156-8BB6-4379-B5A2-6FF38FDE4CFB}" type="pres">
      <dgm:prSet presAssocID="{DA12C615-69AC-4A7A-9358-AED30955F2A9}" presName="sibTrans" presStyleLbl="node1" presStyleIdx="9" presStyleCnt="11" custLinFactNeighborX="-4156" custLinFactNeighborY="3623"/>
      <dgm:spPr/>
      <dgm:t>
        <a:bodyPr/>
        <a:lstStyle/>
        <a:p>
          <a:endParaRPr lang="en-US"/>
        </a:p>
      </dgm:t>
    </dgm:pt>
    <dgm:pt modelId="{29FB0092-6BAC-4AC0-B332-6081580B4938}" type="pres">
      <dgm:prSet presAssocID="{34D67801-F5E1-497E-B647-7D263AC9D992}" presName="dummy" presStyleCnt="0"/>
      <dgm:spPr/>
    </dgm:pt>
    <dgm:pt modelId="{202EED4B-0C2B-48C8-8773-7BF0043BA998}" type="pres">
      <dgm:prSet presAssocID="{34D67801-F5E1-497E-B647-7D263AC9D992}" presName="node" presStyleLbl="revTx" presStyleIdx="10" presStyleCnt="11" custScaleX="238777" custScaleY="66328" custRadScaleRad="95428" custRadScaleInc="-20085">
        <dgm:presLayoutVars>
          <dgm:bulletEnabled val="1"/>
        </dgm:presLayoutVars>
      </dgm:prSet>
      <dgm:spPr/>
      <dgm:t>
        <a:bodyPr/>
        <a:lstStyle/>
        <a:p>
          <a:endParaRPr lang="en-US"/>
        </a:p>
      </dgm:t>
    </dgm:pt>
    <dgm:pt modelId="{B5A3A545-5ABF-44AB-943D-065BB9C02563}" type="pres">
      <dgm:prSet presAssocID="{8EC2FBFB-F110-4B22-B90F-9C961FD48BED}" presName="sibTrans" presStyleLbl="node1" presStyleIdx="10" presStyleCnt="11" custScaleX="79483" custScaleY="9318" custLinFactNeighborX="99525" custLinFactNeighborY="-1781"/>
      <dgm:spPr/>
      <dgm:t>
        <a:bodyPr/>
        <a:lstStyle/>
        <a:p>
          <a:endParaRPr lang="en-US"/>
        </a:p>
      </dgm:t>
    </dgm:pt>
  </dgm:ptLst>
  <dgm:cxnLst>
    <dgm:cxn modelId="{5394DDDF-AFAC-4F2C-8ACA-41E5DC0F9025}" type="presOf" srcId="{B43C0A6E-3FD9-44B3-BE34-7624EFE465DB}" destId="{F6A9A410-4DEC-42B6-B18B-F93C34BC0AA1}" srcOrd="0" destOrd="0" presId="urn:microsoft.com/office/officeart/2005/8/layout/cycle1"/>
    <dgm:cxn modelId="{4CE56BB0-0DCF-4D41-BF9F-8E8F07E33308}" srcId="{E32C37B3-00AA-4208-91A3-A00AB1EF2D04}" destId="{B4F49C9A-6219-47BD-8094-1A0A78020478}" srcOrd="5" destOrd="0" parTransId="{417D712B-E203-4351-A4F5-E0BB31C19567}" sibTransId="{BC864A8E-2AD9-499D-909C-E5AA8A71693C}"/>
    <dgm:cxn modelId="{6C85C4B3-DF32-4769-A4E7-1F4564F871CD}" type="presOf" srcId="{257F098D-E218-40A0-A4EE-DE0AF3715BCD}" destId="{7C41E0FD-6E61-48D7-AF76-D1D7F366810C}" srcOrd="0" destOrd="0" presId="urn:microsoft.com/office/officeart/2005/8/layout/cycle1"/>
    <dgm:cxn modelId="{3E345C27-557B-4EA6-B918-33B2C5BD6035}" type="presOf" srcId="{771095AA-ECD1-4F8A-BF78-7ED28BF9889A}" destId="{66BCF86D-A744-482B-ACA1-E9EDA5CCB11E}" srcOrd="0" destOrd="0" presId="urn:microsoft.com/office/officeart/2005/8/layout/cycle1"/>
    <dgm:cxn modelId="{907CFFC9-565B-4B5C-A7CA-ED995AD49A72}" srcId="{E32C37B3-00AA-4208-91A3-A00AB1EF2D04}" destId="{45367ECB-31C7-4C53-9542-C73CFADB8FE7}" srcOrd="4" destOrd="0" parTransId="{631125A9-D307-40E2-ACFC-DF0199FCD738}" sibTransId="{498C6283-A506-4F76-A4A7-9130FE279C46}"/>
    <dgm:cxn modelId="{794DE751-7F08-496D-BF19-0D150427E6EE}" type="presOf" srcId="{E97A19A5-6988-4426-B405-3343BC7A1D16}" destId="{17DDC538-7D6C-4379-A2B2-A48E3D356052}" srcOrd="0" destOrd="0" presId="urn:microsoft.com/office/officeart/2005/8/layout/cycle1"/>
    <dgm:cxn modelId="{73694F46-D7C5-4052-96C9-36ECEA0B1CA3}" srcId="{E32C37B3-00AA-4208-91A3-A00AB1EF2D04}" destId="{56106AC6-E794-47A7-AC97-2C6FCDDB6410}" srcOrd="0" destOrd="0" parTransId="{9EB2631E-1BEF-4466-86D0-FB91DE41CB79}" sibTransId="{500B678E-3F12-408C-BE4C-192178825654}"/>
    <dgm:cxn modelId="{5A3B9500-2D17-4F0F-BC52-3AA89D1CADC2}" type="presOf" srcId="{2C486C65-D339-4FDF-BC3B-48FA39E686A1}" destId="{E4734791-FFE3-4274-B0C2-FD266F73E986}" srcOrd="0" destOrd="0" presId="urn:microsoft.com/office/officeart/2005/8/layout/cycle1"/>
    <dgm:cxn modelId="{F8C302E5-29F0-42AE-820D-BA0A67419F34}" type="presOf" srcId="{498C6283-A506-4F76-A4A7-9130FE279C46}" destId="{BDB58A8A-42C4-4744-8F2E-7664C78959B5}" srcOrd="0" destOrd="0" presId="urn:microsoft.com/office/officeart/2005/8/layout/cycle1"/>
    <dgm:cxn modelId="{2A194ADC-0415-4CF2-BB25-3D966685059A}" srcId="{E32C37B3-00AA-4208-91A3-A00AB1EF2D04}" destId="{9079DFC9-2DD0-45F5-A202-0079AB11F7D9}" srcOrd="1" destOrd="0" parTransId="{F04B5F47-BB42-4258-A98F-E34397A57091}" sibTransId="{771095AA-ECD1-4F8A-BF78-7ED28BF9889A}"/>
    <dgm:cxn modelId="{A0DCEDC6-BC12-428C-A4B2-14BC9CC307DB}" type="presOf" srcId="{27E01579-AEAE-4C43-94C9-12E1DE349A59}" destId="{23F0B9B5-C883-4C6F-9723-AF41D6C23C8B}" srcOrd="0" destOrd="0" presId="urn:microsoft.com/office/officeart/2005/8/layout/cycle1"/>
    <dgm:cxn modelId="{5BA98631-3875-4AF6-8788-4D93F7F6C07B}" type="presOf" srcId="{34D67801-F5E1-497E-B647-7D263AC9D992}" destId="{202EED4B-0C2B-48C8-8773-7BF0043BA998}" srcOrd="0" destOrd="0" presId="urn:microsoft.com/office/officeart/2005/8/layout/cycle1"/>
    <dgm:cxn modelId="{98A12048-D839-4241-A3D8-FF6E9CE1BDDC}" srcId="{E32C37B3-00AA-4208-91A3-A00AB1EF2D04}" destId="{34D67801-F5E1-497E-B647-7D263AC9D992}" srcOrd="10" destOrd="0" parTransId="{FBD38E90-14E0-4CEE-8654-4C1A7D91677F}" sibTransId="{8EC2FBFB-F110-4B22-B90F-9C961FD48BED}"/>
    <dgm:cxn modelId="{09C635B9-DE85-412F-AFC6-580777EBE577}" srcId="{E32C37B3-00AA-4208-91A3-A00AB1EF2D04}" destId="{2AC1771B-F6A3-4A16-91CF-8885AFA55765}" srcOrd="8" destOrd="0" parTransId="{70D4A1FA-511A-41DC-B623-E64DB7F53E5F}" sibTransId="{B43C0A6E-3FD9-44B3-BE34-7624EFE465DB}"/>
    <dgm:cxn modelId="{4ECFCA2E-2F70-486D-8573-10EF50F9AF33}" type="presOf" srcId="{BC864A8E-2AD9-499D-909C-E5AA8A71693C}" destId="{56F557BB-677C-4522-AE97-52BF429DAC01}" srcOrd="0" destOrd="0" presId="urn:microsoft.com/office/officeart/2005/8/layout/cycle1"/>
    <dgm:cxn modelId="{2F119C40-6B8F-4861-B53E-B447F2E7D443}" type="presOf" srcId="{C0A23491-F671-4E2C-A91B-1180613B15C5}" destId="{1CA4BDCC-1029-4615-8D2D-60AB329B0B49}" srcOrd="0" destOrd="0" presId="urn:microsoft.com/office/officeart/2005/8/layout/cycle1"/>
    <dgm:cxn modelId="{882A5F94-14AE-4DC1-9E0A-CD069CDB8F55}" srcId="{E32C37B3-00AA-4208-91A3-A00AB1EF2D04}" destId="{E97A19A5-6988-4426-B405-3343BC7A1D16}" srcOrd="6" destOrd="0" parTransId="{5E138B4B-220E-4736-B82D-0D2EC48BD371}" sibTransId="{7D9C8448-D9AA-4A4E-A454-B4F7D6145B83}"/>
    <dgm:cxn modelId="{FBEB5B1D-4D7B-4120-B936-20E6DAD295AA}" type="presOf" srcId="{D526B855-1241-4400-95C0-9C04D1EC73D3}" destId="{21F9A911-9CC0-47E8-B2E5-3D0E8D2F080A}" srcOrd="0" destOrd="0" presId="urn:microsoft.com/office/officeart/2005/8/layout/cycle1"/>
    <dgm:cxn modelId="{3A0F8238-C954-416A-8C93-1F04F24B9C81}" srcId="{E32C37B3-00AA-4208-91A3-A00AB1EF2D04}" destId="{27E01579-AEAE-4C43-94C9-12E1DE349A59}" srcOrd="9" destOrd="0" parTransId="{C59EF0E7-3504-4075-8C33-CE5C4B021348}" sibTransId="{DA12C615-69AC-4A7A-9358-AED30955F2A9}"/>
    <dgm:cxn modelId="{2BE44B61-4EEF-42F3-82D3-5CB699AFCD36}" type="presOf" srcId="{56106AC6-E794-47A7-AC97-2C6FCDDB6410}" destId="{984D1CAF-940F-42ED-AE0A-F1D0A42EC9A2}" srcOrd="0" destOrd="0" presId="urn:microsoft.com/office/officeart/2005/8/layout/cycle1"/>
    <dgm:cxn modelId="{87F107D1-192D-481B-87AF-B00D2EBEDC69}" type="presOf" srcId="{DA12C615-69AC-4A7A-9358-AED30955F2A9}" destId="{75731156-8BB6-4379-B5A2-6FF38FDE4CFB}" srcOrd="0" destOrd="0" presId="urn:microsoft.com/office/officeart/2005/8/layout/cycle1"/>
    <dgm:cxn modelId="{ABC146AB-B9BF-4FFA-8E66-0A62A8701D61}" type="presOf" srcId="{FE18DA4E-371D-460A-9913-AF35D2A0FF95}" destId="{72298AF6-F591-461A-8641-BFA73AF79149}" srcOrd="0" destOrd="0" presId="urn:microsoft.com/office/officeart/2005/8/layout/cycle1"/>
    <dgm:cxn modelId="{09DC6FC6-8C1C-43E9-B07C-1366BF42597A}" type="presOf" srcId="{433A988B-8830-47F2-B494-03DC1D4EF590}" destId="{5C7F69D2-4AFB-42D8-ADB6-7829E347D32D}" srcOrd="0" destOrd="0" presId="urn:microsoft.com/office/officeart/2005/8/layout/cycle1"/>
    <dgm:cxn modelId="{87C2E25F-D5BE-405A-A20E-2CFBC9386D33}" type="presOf" srcId="{7D9C8448-D9AA-4A4E-A454-B4F7D6145B83}" destId="{6133C597-38E5-4589-BAEE-E1E8200C5CDA}" srcOrd="0" destOrd="0" presId="urn:microsoft.com/office/officeart/2005/8/layout/cycle1"/>
    <dgm:cxn modelId="{04010025-4805-46EF-A7CD-F0572C212130}" type="presOf" srcId="{B4F49C9A-6219-47BD-8094-1A0A78020478}" destId="{DEF7986B-BD89-445A-AC53-14CC0AC04E34}" srcOrd="0" destOrd="0" presId="urn:microsoft.com/office/officeart/2005/8/layout/cycle1"/>
    <dgm:cxn modelId="{4353CB31-31AE-4621-A9F6-E7AA37BE4DBB}" srcId="{E32C37B3-00AA-4208-91A3-A00AB1EF2D04}" destId="{433A988B-8830-47F2-B494-03DC1D4EF590}" srcOrd="7" destOrd="0" parTransId="{5EC2D918-CF3D-41A5-9E15-3C6D42CCA35B}" sibTransId="{FE18DA4E-371D-460A-9913-AF35D2A0FF95}"/>
    <dgm:cxn modelId="{F464C358-F34D-4260-94CE-9163E013B40F}" type="presOf" srcId="{E32C37B3-00AA-4208-91A3-A00AB1EF2D04}" destId="{24FCCD91-5E1F-41FD-8DBA-F76494BE30FA}" srcOrd="0" destOrd="0" presId="urn:microsoft.com/office/officeart/2005/8/layout/cycle1"/>
    <dgm:cxn modelId="{29551977-4237-49F2-9644-70B5180E89C6}" type="presOf" srcId="{8EC2FBFB-F110-4B22-B90F-9C961FD48BED}" destId="{B5A3A545-5ABF-44AB-943D-065BB9C02563}" srcOrd="0" destOrd="0" presId="urn:microsoft.com/office/officeart/2005/8/layout/cycle1"/>
    <dgm:cxn modelId="{CED4734A-EA38-42AB-BABE-D84CC1DFA420}" type="presOf" srcId="{9079DFC9-2DD0-45F5-A202-0079AB11F7D9}" destId="{1AB6AE69-6EC3-41D8-BA59-E3756E725EA4}" srcOrd="0" destOrd="0" presId="urn:microsoft.com/office/officeart/2005/8/layout/cycle1"/>
    <dgm:cxn modelId="{7D531CEF-37A8-4180-8617-CFAF823D2DF0}" type="presOf" srcId="{500B678E-3F12-408C-BE4C-192178825654}" destId="{3844A5CA-E003-4E33-952D-4CB7767A3B66}" srcOrd="0" destOrd="0" presId="urn:microsoft.com/office/officeart/2005/8/layout/cycle1"/>
    <dgm:cxn modelId="{B5F5EBF3-B5BD-4EF7-B59C-61429D3FABF7}" type="presOf" srcId="{45367ECB-31C7-4C53-9542-C73CFADB8FE7}" destId="{DB6B0061-17E1-42C9-B902-F6C17C7D6D4A}" srcOrd="0" destOrd="0" presId="urn:microsoft.com/office/officeart/2005/8/layout/cycle1"/>
    <dgm:cxn modelId="{EF9B604A-8FE9-4EAF-BB1E-E2277C36F76E}" srcId="{E32C37B3-00AA-4208-91A3-A00AB1EF2D04}" destId="{2C486C65-D339-4FDF-BC3B-48FA39E686A1}" srcOrd="3" destOrd="0" parTransId="{FB504F64-92D8-4C89-99A8-D7EB1DFAEA45}" sibTransId="{257F098D-E218-40A0-A4EE-DE0AF3715BCD}"/>
    <dgm:cxn modelId="{16A301B3-19F2-4B45-835C-69E0AA50C1C1}" type="presOf" srcId="{2AC1771B-F6A3-4A16-91CF-8885AFA55765}" destId="{386C1690-23A7-47E8-A603-9F12A12AD188}" srcOrd="0" destOrd="0" presId="urn:microsoft.com/office/officeart/2005/8/layout/cycle1"/>
    <dgm:cxn modelId="{00506068-3544-4F79-8C47-332855CFCDC8}" srcId="{E32C37B3-00AA-4208-91A3-A00AB1EF2D04}" destId="{D526B855-1241-4400-95C0-9C04D1EC73D3}" srcOrd="2" destOrd="0" parTransId="{7FECE342-0C43-4EC3-BB1F-319D5DA43299}" sibTransId="{C0A23491-F671-4E2C-A91B-1180613B15C5}"/>
    <dgm:cxn modelId="{1E3D4795-BD45-4EAE-8DAA-173821AB032D}" type="presParOf" srcId="{24FCCD91-5E1F-41FD-8DBA-F76494BE30FA}" destId="{70F0FEFC-298D-4081-9806-4729A1A2C710}" srcOrd="0" destOrd="0" presId="urn:microsoft.com/office/officeart/2005/8/layout/cycle1"/>
    <dgm:cxn modelId="{ADFCC9BC-2CEF-4298-AA3B-7366533C1E5F}" type="presParOf" srcId="{24FCCD91-5E1F-41FD-8DBA-F76494BE30FA}" destId="{984D1CAF-940F-42ED-AE0A-F1D0A42EC9A2}" srcOrd="1" destOrd="0" presId="urn:microsoft.com/office/officeart/2005/8/layout/cycle1"/>
    <dgm:cxn modelId="{EAA6A969-920F-4A44-BFE3-5AFE72CE238B}" type="presParOf" srcId="{24FCCD91-5E1F-41FD-8DBA-F76494BE30FA}" destId="{3844A5CA-E003-4E33-952D-4CB7767A3B66}" srcOrd="2" destOrd="0" presId="urn:microsoft.com/office/officeart/2005/8/layout/cycle1"/>
    <dgm:cxn modelId="{8A36BE1A-FD5A-46C1-B0EB-B0E8AB2DF380}" type="presParOf" srcId="{24FCCD91-5E1F-41FD-8DBA-F76494BE30FA}" destId="{2048078A-BC64-4D22-B7F5-983EF1518923}" srcOrd="3" destOrd="0" presId="urn:microsoft.com/office/officeart/2005/8/layout/cycle1"/>
    <dgm:cxn modelId="{0D7CEA9F-45C7-4729-912A-59AA0EDDA986}" type="presParOf" srcId="{24FCCD91-5E1F-41FD-8DBA-F76494BE30FA}" destId="{1AB6AE69-6EC3-41D8-BA59-E3756E725EA4}" srcOrd="4" destOrd="0" presId="urn:microsoft.com/office/officeart/2005/8/layout/cycle1"/>
    <dgm:cxn modelId="{BBB57311-1B0A-47C3-A149-6E10456A0A27}" type="presParOf" srcId="{24FCCD91-5E1F-41FD-8DBA-F76494BE30FA}" destId="{66BCF86D-A744-482B-ACA1-E9EDA5CCB11E}" srcOrd="5" destOrd="0" presId="urn:microsoft.com/office/officeart/2005/8/layout/cycle1"/>
    <dgm:cxn modelId="{6D97E990-F928-4BDC-9764-7C6E713194D4}" type="presParOf" srcId="{24FCCD91-5E1F-41FD-8DBA-F76494BE30FA}" destId="{6E3169F7-9209-4EFC-AD7E-185C51C2A757}" srcOrd="6" destOrd="0" presId="urn:microsoft.com/office/officeart/2005/8/layout/cycle1"/>
    <dgm:cxn modelId="{B9466B2D-D05D-4B04-B519-2E06876E33CA}" type="presParOf" srcId="{24FCCD91-5E1F-41FD-8DBA-F76494BE30FA}" destId="{21F9A911-9CC0-47E8-B2E5-3D0E8D2F080A}" srcOrd="7" destOrd="0" presId="urn:microsoft.com/office/officeart/2005/8/layout/cycle1"/>
    <dgm:cxn modelId="{34E0C777-2395-4B14-885E-93CD80ED8161}" type="presParOf" srcId="{24FCCD91-5E1F-41FD-8DBA-F76494BE30FA}" destId="{1CA4BDCC-1029-4615-8D2D-60AB329B0B49}" srcOrd="8" destOrd="0" presId="urn:microsoft.com/office/officeart/2005/8/layout/cycle1"/>
    <dgm:cxn modelId="{C0395C35-196F-465A-82EA-D37E8A091CCD}" type="presParOf" srcId="{24FCCD91-5E1F-41FD-8DBA-F76494BE30FA}" destId="{F4D3632E-7351-4992-B3D3-4DC77562ACEF}" srcOrd="9" destOrd="0" presId="urn:microsoft.com/office/officeart/2005/8/layout/cycle1"/>
    <dgm:cxn modelId="{62CA270D-2023-48C2-96A2-AF6DF42B2862}" type="presParOf" srcId="{24FCCD91-5E1F-41FD-8DBA-F76494BE30FA}" destId="{E4734791-FFE3-4274-B0C2-FD266F73E986}" srcOrd="10" destOrd="0" presId="urn:microsoft.com/office/officeart/2005/8/layout/cycle1"/>
    <dgm:cxn modelId="{48478432-2A50-434A-B6EB-C5B671F1F766}" type="presParOf" srcId="{24FCCD91-5E1F-41FD-8DBA-F76494BE30FA}" destId="{7C41E0FD-6E61-48D7-AF76-D1D7F366810C}" srcOrd="11" destOrd="0" presId="urn:microsoft.com/office/officeart/2005/8/layout/cycle1"/>
    <dgm:cxn modelId="{1F578EFC-4E91-4776-9FFC-2C1D162A8DF1}" type="presParOf" srcId="{24FCCD91-5E1F-41FD-8DBA-F76494BE30FA}" destId="{CD849577-3856-46A6-9CAA-528FAAF33733}" srcOrd="12" destOrd="0" presId="urn:microsoft.com/office/officeart/2005/8/layout/cycle1"/>
    <dgm:cxn modelId="{D2341DE2-341E-4680-B652-55DF511E1F4F}" type="presParOf" srcId="{24FCCD91-5E1F-41FD-8DBA-F76494BE30FA}" destId="{DB6B0061-17E1-42C9-B902-F6C17C7D6D4A}" srcOrd="13" destOrd="0" presId="urn:microsoft.com/office/officeart/2005/8/layout/cycle1"/>
    <dgm:cxn modelId="{016A00DD-AD03-49B3-8934-64042ED87B6A}" type="presParOf" srcId="{24FCCD91-5E1F-41FD-8DBA-F76494BE30FA}" destId="{BDB58A8A-42C4-4744-8F2E-7664C78959B5}" srcOrd="14" destOrd="0" presId="urn:microsoft.com/office/officeart/2005/8/layout/cycle1"/>
    <dgm:cxn modelId="{3654E42A-30A4-495F-9D66-45B4A94645F5}" type="presParOf" srcId="{24FCCD91-5E1F-41FD-8DBA-F76494BE30FA}" destId="{90ECDEAA-CE2D-4079-8AE0-EFE3B7D49363}" srcOrd="15" destOrd="0" presId="urn:microsoft.com/office/officeart/2005/8/layout/cycle1"/>
    <dgm:cxn modelId="{F31E2174-634E-4611-A181-BC9AF92B1989}" type="presParOf" srcId="{24FCCD91-5E1F-41FD-8DBA-F76494BE30FA}" destId="{DEF7986B-BD89-445A-AC53-14CC0AC04E34}" srcOrd="16" destOrd="0" presId="urn:microsoft.com/office/officeart/2005/8/layout/cycle1"/>
    <dgm:cxn modelId="{E52BE8A2-C69A-42A4-862A-D86971255EFC}" type="presParOf" srcId="{24FCCD91-5E1F-41FD-8DBA-F76494BE30FA}" destId="{56F557BB-677C-4522-AE97-52BF429DAC01}" srcOrd="17" destOrd="0" presId="urn:microsoft.com/office/officeart/2005/8/layout/cycle1"/>
    <dgm:cxn modelId="{2BB4A0D4-A165-41EE-9380-348C84A4609E}" type="presParOf" srcId="{24FCCD91-5E1F-41FD-8DBA-F76494BE30FA}" destId="{B9FEAB66-A87C-490F-AF18-636DCD9F55C2}" srcOrd="18" destOrd="0" presId="urn:microsoft.com/office/officeart/2005/8/layout/cycle1"/>
    <dgm:cxn modelId="{BD17C88E-41F8-4AAF-9C3A-49D8A8084D21}" type="presParOf" srcId="{24FCCD91-5E1F-41FD-8DBA-F76494BE30FA}" destId="{17DDC538-7D6C-4379-A2B2-A48E3D356052}" srcOrd="19" destOrd="0" presId="urn:microsoft.com/office/officeart/2005/8/layout/cycle1"/>
    <dgm:cxn modelId="{836FFBE6-629D-43CE-948D-30D10E63C7D6}" type="presParOf" srcId="{24FCCD91-5E1F-41FD-8DBA-F76494BE30FA}" destId="{6133C597-38E5-4589-BAEE-E1E8200C5CDA}" srcOrd="20" destOrd="0" presId="urn:microsoft.com/office/officeart/2005/8/layout/cycle1"/>
    <dgm:cxn modelId="{5B93B4CB-D808-4EA9-A80E-C13F790484E0}" type="presParOf" srcId="{24FCCD91-5E1F-41FD-8DBA-F76494BE30FA}" destId="{4475330F-69B9-4591-9551-491162A63B97}" srcOrd="21" destOrd="0" presId="urn:microsoft.com/office/officeart/2005/8/layout/cycle1"/>
    <dgm:cxn modelId="{3B3ABE6B-5468-4AE1-92D6-F75D5226B3B0}" type="presParOf" srcId="{24FCCD91-5E1F-41FD-8DBA-F76494BE30FA}" destId="{5C7F69D2-4AFB-42D8-ADB6-7829E347D32D}" srcOrd="22" destOrd="0" presId="urn:microsoft.com/office/officeart/2005/8/layout/cycle1"/>
    <dgm:cxn modelId="{1D8FD6AA-F060-4B5D-9FA3-E1C182DEBF8C}" type="presParOf" srcId="{24FCCD91-5E1F-41FD-8DBA-F76494BE30FA}" destId="{72298AF6-F591-461A-8641-BFA73AF79149}" srcOrd="23" destOrd="0" presId="urn:microsoft.com/office/officeart/2005/8/layout/cycle1"/>
    <dgm:cxn modelId="{FE31D600-2459-4485-81E5-F5D627EFCE82}" type="presParOf" srcId="{24FCCD91-5E1F-41FD-8DBA-F76494BE30FA}" destId="{736D2C0C-B5C3-4EEA-B6A6-9FF3CCF03AAA}" srcOrd="24" destOrd="0" presId="urn:microsoft.com/office/officeart/2005/8/layout/cycle1"/>
    <dgm:cxn modelId="{07268193-3DBE-4979-AFA8-C7B3DDA69E73}" type="presParOf" srcId="{24FCCD91-5E1F-41FD-8DBA-F76494BE30FA}" destId="{386C1690-23A7-47E8-A603-9F12A12AD188}" srcOrd="25" destOrd="0" presId="urn:microsoft.com/office/officeart/2005/8/layout/cycle1"/>
    <dgm:cxn modelId="{892E1A3E-7A6A-45A8-9720-9466983D71A6}" type="presParOf" srcId="{24FCCD91-5E1F-41FD-8DBA-F76494BE30FA}" destId="{F6A9A410-4DEC-42B6-B18B-F93C34BC0AA1}" srcOrd="26" destOrd="0" presId="urn:microsoft.com/office/officeart/2005/8/layout/cycle1"/>
    <dgm:cxn modelId="{BAFB6061-962A-483C-8551-2729A1C2B28B}" type="presParOf" srcId="{24FCCD91-5E1F-41FD-8DBA-F76494BE30FA}" destId="{DEF2BC57-0D5F-4BFD-9208-2072AF06FA50}" srcOrd="27" destOrd="0" presId="urn:microsoft.com/office/officeart/2005/8/layout/cycle1"/>
    <dgm:cxn modelId="{0B7CA757-3B68-4460-9A9D-1082D2D3785E}" type="presParOf" srcId="{24FCCD91-5E1F-41FD-8DBA-F76494BE30FA}" destId="{23F0B9B5-C883-4C6F-9723-AF41D6C23C8B}" srcOrd="28" destOrd="0" presId="urn:microsoft.com/office/officeart/2005/8/layout/cycle1"/>
    <dgm:cxn modelId="{8F0F07C8-4EA0-4E2A-A867-59F49C5446DD}" type="presParOf" srcId="{24FCCD91-5E1F-41FD-8DBA-F76494BE30FA}" destId="{75731156-8BB6-4379-B5A2-6FF38FDE4CFB}" srcOrd="29" destOrd="0" presId="urn:microsoft.com/office/officeart/2005/8/layout/cycle1"/>
    <dgm:cxn modelId="{33DC9C77-E1F4-4947-ADEE-B55B2D9F49F6}" type="presParOf" srcId="{24FCCD91-5E1F-41FD-8DBA-F76494BE30FA}" destId="{29FB0092-6BAC-4AC0-B332-6081580B4938}" srcOrd="30" destOrd="0" presId="urn:microsoft.com/office/officeart/2005/8/layout/cycle1"/>
    <dgm:cxn modelId="{5192236D-BAE9-451D-86A6-EC48D20D3849}" type="presParOf" srcId="{24FCCD91-5E1F-41FD-8DBA-F76494BE30FA}" destId="{202EED4B-0C2B-48C8-8773-7BF0043BA998}" srcOrd="31" destOrd="0" presId="urn:microsoft.com/office/officeart/2005/8/layout/cycle1"/>
    <dgm:cxn modelId="{C8527401-2F41-43D3-BF9F-75BC577B9EDC}" type="presParOf" srcId="{24FCCD91-5E1F-41FD-8DBA-F76494BE30FA}" destId="{B5A3A545-5ABF-44AB-943D-065BB9C02563}" srcOrd="32"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86398E0-8F1D-4D13-93D9-453234409B14}" type="doc">
      <dgm:prSet loTypeId="urn:microsoft.com/office/officeart/2005/8/layout/hList7" loCatId="list" qsTypeId="urn:microsoft.com/office/officeart/2005/8/quickstyle/simple1" qsCatId="simple" csTypeId="urn:microsoft.com/office/officeart/2005/8/colors/accent1_2" csCatId="accent1" phldr="1"/>
      <dgm:spPr/>
    </dgm:pt>
    <dgm:pt modelId="{B62B32EF-DFB0-4D92-88C1-06B1A732E9C1}">
      <dgm:prSet phldrT="[Text]"/>
      <dgm:spPr/>
      <dgm:t>
        <a:bodyPr/>
        <a:lstStyle/>
        <a:p>
          <a:r>
            <a:rPr lang="en-US" dirty="0" smtClean="0"/>
            <a:t>VOLUME</a:t>
          </a:r>
          <a:endParaRPr lang="en-US" dirty="0"/>
        </a:p>
      </dgm:t>
    </dgm:pt>
    <dgm:pt modelId="{1E027250-9C19-4DCA-9651-B71137C11D90}" type="parTrans" cxnId="{185F98E0-4131-4380-9ACF-DFA4EE4C6C18}">
      <dgm:prSet/>
      <dgm:spPr/>
      <dgm:t>
        <a:bodyPr/>
        <a:lstStyle/>
        <a:p>
          <a:endParaRPr lang="en-US"/>
        </a:p>
      </dgm:t>
    </dgm:pt>
    <dgm:pt modelId="{4C9E496F-2527-4A14-BA5A-229B9B9C803D}" type="sibTrans" cxnId="{185F98E0-4131-4380-9ACF-DFA4EE4C6C18}">
      <dgm:prSet/>
      <dgm:spPr/>
      <dgm:t>
        <a:bodyPr/>
        <a:lstStyle/>
        <a:p>
          <a:endParaRPr lang="en-US"/>
        </a:p>
      </dgm:t>
    </dgm:pt>
    <dgm:pt modelId="{C1ABB2C9-114C-406A-B76A-85BE15147842}">
      <dgm:prSet phldrT="[Text]"/>
      <dgm:spPr/>
      <dgm:t>
        <a:bodyPr/>
        <a:lstStyle/>
        <a:p>
          <a:r>
            <a:rPr lang="en-US" dirty="0" smtClean="0"/>
            <a:t>VELOCITY</a:t>
          </a:r>
          <a:endParaRPr lang="en-US" dirty="0"/>
        </a:p>
      </dgm:t>
    </dgm:pt>
    <dgm:pt modelId="{0E8E9BD1-6632-4FAB-8DE9-B89689A33CD5}" type="parTrans" cxnId="{512A7071-7F1D-408C-BE2C-7AB22226D3FB}">
      <dgm:prSet/>
      <dgm:spPr/>
      <dgm:t>
        <a:bodyPr/>
        <a:lstStyle/>
        <a:p>
          <a:endParaRPr lang="en-US"/>
        </a:p>
      </dgm:t>
    </dgm:pt>
    <dgm:pt modelId="{1517CA4B-2C88-49CB-8DCB-C77C79DC491E}" type="sibTrans" cxnId="{512A7071-7F1D-408C-BE2C-7AB22226D3FB}">
      <dgm:prSet/>
      <dgm:spPr/>
      <dgm:t>
        <a:bodyPr/>
        <a:lstStyle/>
        <a:p>
          <a:endParaRPr lang="en-US"/>
        </a:p>
      </dgm:t>
    </dgm:pt>
    <dgm:pt modelId="{511427B9-2EA5-40A6-827F-42C43B71D5AD}">
      <dgm:prSet phldrT="[Text]"/>
      <dgm:spPr/>
      <dgm:t>
        <a:bodyPr/>
        <a:lstStyle/>
        <a:p>
          <a:r>
            <a:rPr lang="en-US" dirty="0" smtClean="0"/>
            <a:t>VERACITY</a:t>
          </a:r>
          <a:endParaRPr lang="en-US" dirty="0"/>
        </a:p>
      </dgm:t>
    </dgm:pt>
    <dgm:pt modelId="{40C1C605-90A7-4C41-B089-5180241627F0}" type="parTrans" cxnId="{B82ECDF5-4166-4FF8-8346-7397B8E99714}">
      <dgm:prSet/>
      <dgm:spPr/>
      <dgm:t>
        <a:bodyPr/>
        <a:lstStyle/>
        <a:p>
          <a:endParaRPr lang="en-US"/>
        </a:p>
      </dgm:t>
    </dgm:pt>
    <dgm:pt modelId="{389A0461-69D9-4CE4-B026-A48017C86035}" type="sibTrans" cxnId="{B82ECDF5-4166-4FF8-8346-7397B8E99714}">
      <dgm:prSet/>
      <dgm:spPr/>
      <dgm:t>
        <a:bodyPr/>
        <a:lstStyle/>
        <a:p>
          <a:endParaRPr lang="en-US"/>
        </a:p>
      </dgm:t>
    </dgm:pt>
    <dgm:pt modelId="{F4B11640-213B-4641-925B-F481F91B9219}">
      <dgm:prSet/>
      <dgm:spPr/>
      <dgm:t>
        <a:bodyPr/>
        <a:lstStyle/>
        <a:p>
          <a:r>
            <a:rPr lang="en-US" dirty="0" smtClean="0"/>
            <a:t>VARIETY</a:t>
          </a:r>
          <a:endParaRPr lang="en-US" dirty="0"/>
        </a:p>
      </dgm:t>
    </dgm:pt>
    <dgm:pt modelId="{D37D6FA7-9A00-483A-9314-66C67F6BEB62}" type="parTrans" cxnId="{C391235C-3EF7-4062-BFA6-91BEDD20CF45}">
      <dgm:prSet/>
      <dgm:spPr/>
      <dgm:t>
        <a:bodyPr/>
        <a:lstStyle/>
        <a:p>
          <a:endParaRPr lang="en-US"/>
        </a:p>
      </dgm:t>
    </dgm:pt>
    <dgm:pt modelId="{928181D6-BF90-42A2-812C-209F1DA1094C}" type="sibTrans" cxnId="{C391235C-3EF7-4062-BFA6-91BEDD20CF45}">
      <dgm:prSet/>
      <dgm:spPr/>
      <dgm:t>
        <a:bodyPr/>
        <a:lstStyle/>
        <a:p>
          <a:endParaRPr lang="en-US"/>
        </a:p>
      </dgm:t>
    </dgm:pt>
    <dgm:pt modelId="{FB77E2C4-4B6A-4665-AFC1-2800638EA7D0}" type="pres">
      <dgm:prSet presAssocID="{F86398E0-8F1D-4D13-93D9-453234409B14}" presName="Name0" presStyleCnt="0">
        <dgm:presLayoutVars>
          <dgm:dir/>
          <dgm:resizeHandles val="exact"/>
        </dgm:presLayoutVars>
      </dgm:prSet>
      <dgm:spPr/>
    </dgm:pt>
    <dgm:pt modelId="{8A987CEA-AD45-4CF1-89D0-8DBFCACD691F}" type="pres">
      <dgm:prSet presAssocID="{F86398E0-8F1D-4D13-93D9-453234409B14}" presName="fgShape" presStyleLbl="fgShp" presStyleIdx="0" presStyleCnt="1"/>
      <dgm:spPr/>
    </dgm:pt>
    <dgm:pt modelId="{448DB971-56D6-4D17-9DF3-E84C53D37A3C}" type="pres">
      <dgm:prSet presAssocID="{F86398E0-8F1D-4D13-93D9-453234409B14}" presName="linComp" presStyleCnt="0"/>
      <dgm:spPr/>
    </dgm:pt>
    <dgm:pt modelId="{0A68D8A5-B4E6-437A-9784-9D46A3865073}" type="pres">
      <dgm:prSet presAssocID="{B62B32EF-DFB0-4D92-88C1-06B1A732E9C1}" presName="compNode" presStyleCnt="0"/>
      <dgm:spPr/>
    </dgm:pt>
    <dgm:pt modelId="{FD6EBF2D-1094-4901-B4B9-3FE285068127}" type="pres">
      <dgm:prSet presAssocID="{B62B32EF-DFB0-4D92-88C1-06B1A732E9C1}" presName="bkgdShape" presStyleLbl="node1" presStyleIdx="0" presStyleCnt="4" custLinFactNeighborX="-35900"/>
      <dgm:spPr/>
      <dgm:t>
        <a:bodyPr/>
        <a:lstStyle/>
        <a:p>
          <a:endParaRPr lang="en-US"/>
        </a:p>
      </dgm:t>
    </dgm:pt>
    <dgm:pt modelId="{A9674510-8462-4FC5-B529-D81F52C4FE63}" type="pres">
      <dgm:prSet presAssocID="{B62B32EF-DFB0-4D92-88C1-06B1A732E9C1}" presName="nodeTx" presStyleLbl="node1" presStyleIdx="0" presStyleCnt="4">
        <dgm:presLayoutVars>
          <dgm:bulletEnabled val="1"/>
        </dgm:presLayoutVars>
      </dgm:prSet>
      <dgm:spPr/>
      <dgm:t>
        <a:bodyPr/>
        <a:lstStyle/>
        <a:p>
          <a:endParaRPr lang="en-US"/>
        </a:p>
      </dgm:t>
    </dgm:pt>
    <dgm:pt modelId="{9C22FEDE-0D18-48FC-AB57-12E8DCA679FF}" type="pres">
      <dgm:prSet presAssocID="{B62B32EF-DFB0-4D92-88C1-06B1A732E9C1}" presName="invisiNode" presStyleLbl="node1" presStyleIdx="0" presStyleCnt="4"/>
      <dgm:spPr/>
    </dgm:pt>
    <dgm:pt modelId="{D7E76684-E0DE-4D2D-AD1D-D35E29FC06C0}" type="pres">
      <dgm:prSet presAssocID="{B62B32EF-DFB0-4D92-88C1-06B1A732E9C1}" presName="imagNode" presStyleLbl="fgImgPlace1" presStyleIdx="0" presStyleCnt="4"/>
      <dgm:spPr>
        <a:solidFill>
          <a:srgbClr val="C00000"/>
        </a:solidFill>
      </dgm:spPr>
    </dgm:pt>
    <dgm:pt modelId="{351B7DC1-FFE0-4527-8BE1-C51B33426657}" type="pres">
      <dgm:prSet presAssocID="{4C9E496F-2527-4A14-BA5A-229B9B9C803D}" presName="sibTrans" presStyleLbl="sibTrans2D1" presStyleIdx="0" presStyleCnt="0"/>
      <dgm:spPr/>
      <dgm:t>
        <a:bodyPr/>
        <a:lstStyle/>
        <a:p>
          <a:endParaRPr lang="en-US"/>
        </a:p>
      </dgm:t>
    </dgm:pt>
    <dgm:pt modelId="{F2491111-6428-43E7-90E8-18667C3A338E}" type="pres">
      <dgm:prSet presAssocID="{C1ABB2C9-114C-406A-B76A-85BE15147842}" presName="compNode" presStyleCnt="0"/>
      <dgm:spPr/>
    </dgm:pt>
    <dgm:pt modelId="{581A6F53-26A4-47D1-BDB7-AC0729A46120}" type="pres">
      <dgm:prSet presAssocID="{C1ABB2C9-114C-406A-B76A-85BE15147842}" presName="bkgdShape" presStyleLbl="node1" presStyleIdx="1" presStyleCnt="4" custLinFactNeighborX="-2694"/>
      <dgm:spPr/>
      <dgm:t>
        <a:bodyPr/>
        <a:lstStyle/>
        <a:p>
          <a:endParaRPr lang="en-US"/>
        </a:p>
      </dgm:t>
    </dgm:pt>
    <dgm:pt modelId="{6C8E5154-10E5-441A-A0E4-2C0F66165D71}" type="pres">
      <dgm:prSet presAssocID="{C1ABB2C9-114C-406A-B76A-85BE15147842}" presName="nodeTx" presStyleLbl="node1" presStyleIdx="1" presStyleCnt="4">
        <dgm:presLayoutVars>
          <dgm:bulletEnabled val="1"/>
        </dgm:presLayoutVars>
      </dgm:prSet>
      <dgm:spPr/>
      <dgm:t>
        <a:bodyPr/>
        <a:lstStyle/>
        <a:p>
          <a:endParaRPr lang="en-US"/>
        </a:p>
      </dgm:t>
    </dgm:pt>
    <dgm:pt modelId="{CDC25E91-3469-4AA6-95FB-712FD038F576}" type="pres">
      <dgm:prSet presAssocID="{C1ABB2C9-114C-406A-B76A-85BE15147842}" presName="invisiNode" presStyleLbl="node1" presStyleIdx="1" presStyleCnt="4"/>
      <dgm:spPr/>
    </dgm:pt>
    <dgm:pt modelId="{AE03D939-DB7D-4955-A0DD-31438D262257}" type="pres">
      <dgm:prSet presAssocID="{C1ABB2C9-114C-406A-B76A-85BE15147842}" presName="imagNode" presStyleLbl="fgImgPlace1" presStyleIdx="1" presStyleCnt="4" custLinFactNeighborX="2719" custLinFactNeighborY="704"/>
      <dgm:spPr>
        <a:solidFill>
          <a:srgbClr val="FFFF00"/>
        </a:solidFill>
      </dgm:spPr>
    </dgm:pt>
    <dgm:pt modelId="{4CE0C984-69C0-44B5-BF4B-B527FF5BE874}" type="pres">
      <dgm:prSet presAssocID="{1517CA4B-2C88-49CB-8DCB-C77C79DC491E}" presName="sibTrans" presStyleLbl="sibTrans2D1" presStyleIdx="0" presStyleCnt="0"/>
      <dgm:spPr/>
      <dgm:t>
        <a:bodyPr/>
        <a:lstStyle/>
        <a:p>
          <a:endParaRPr lang="en-US"/>
        </a:p>
      </dgm:t>
    </dgm:pt>
    <dgm:pt modelId="{CF378547-8CF3-4E46-9C98-12286C3CA035}" type="pres">
      <dgm:prSet presAssocID="{511427B9-2EA5-40A6-827F-42C43B71D5AD}" presName="compNode" presStyleCnt="0"/>
      <dgm:spPr/>
    </dgm:pt>
    <dgm:pt modelId="{1F473B2F-6B13-4B55-BDBF-79AA5360052E}" type="pres">
      <dgm:prSet presAssocID="{511427B9-2EA5-40A6-827F-42C43B71D5AD}" presName="bkgdShape" presStyleLbl="node1" presStyleIdx="2" presStyleCnt="4"/>
      <dgm:spPr/>
      <dgm:t>
        <a:bodyPr/>
        <a:lstStyle/>
        <a:p>
          <a:endParaRPr lang="en-US"/>
        </a:p>
      </dgm:t>
    </dgm:pt>
    <dgm:pt modelId="{CA82DA7B-6158-4F22-8A82-095BFA5C4195}" type="pres">
      <dgm:prSet presAssocID="{511427B9-2EA5-40A6-827F-42C43B71D5AD}" presName="nodeTx" presStyleLbl="node1" presStyleIdx="2" presStyleCnt="4">
        <dgm:presLayoutVars>
          <dgm:bulletEnabled val="1"/>
        </dgm:presLayoutVars>
      </dgm:prSet>
      <dgm:spPr/>
      <dgm:t>
        <a:bodyPr/>
        <a:lstStyle/>
        <a:p>
          <a:endParaRPr lang="en-US"/>
        </a:p>
      </dgm:t>
    </dgm:pt>
    <dgm:pt modelId="{C4F78310-DB29-4F0E-BDAA-9FA003E0C7E8}" type="pres">
      <dgm:prSet presAssocID="{511427B9-2EA5-40A6-827F-42C43B71D5AD}" presName="invisiNode" presStyleLbl="node1" presStyleIdx="2" presStyleCnt="4"/>
      <dgm:spPr/>
    </dgm:pt>
    <dgm:pt modelId="{AAA064AC-6D50-4020-9EEE-59D828DEFCE8}" type="pres">
      <dgm:prSet presAssocID="{511427B9-2EA5-40A6-827F-42C43B71D5AD}" presName="imagNode" presStyleLbl="fgImgPlace1" presStyleIdx="2" presStyleCnt="4"/>
      <dgm:spPr>
        <a:solidFill>
          <a:srgbClr val="00B050"/>
        </a:solidFill>
      </dgm:spPr>
    </dgm:pt>
    <dgm:pt modelId="{1801C32C-7FCA-4259-BB83-51ADFED9DE5B}" type="pres">
      <dgm:prSet presAssocID="{389A0461-69D9-4CE4-B026-A48017C86035}" presName="sibTrans" presStyleLbl="sibTrans2D1" presStyleIdx="0" presStyleCnt="0"/>
      <dgm:spPr/>
      <dgm:t>
        <a:bodyPr/>
        <a:lstStyle/>
        <a:p>
          <a:endParaRPr lang="en-US"/>
        </a:p>
      </dgm:t>
    </dgm:pt>
    <dgm:pt modelId="{E8900761-D640-460A-B197-C98B5E1724B2}" type="pres">
      <dgm:prSet presAssocID="{F4B11640-213B-4641-925B-F481F91B9219}" presName="compNode" presStyleCnt="0"/>
      <dgm:spPr/>
    </dgm:pt>
    <dgm:pt modelId="{9A7C9836-A2AE-412C-A354-D206CF07AD1C}" type="pres">
      <dgm:prSet presAssocID="{F4B11640-213B-4641-925B-F481F91B9219}" presName="bkgdShape" presStyleLbl="node1" presStyleIdx="3" presStyleCnt="4"/>
      <dgm:spPr/>
      <dgm:t>
        <a:bodyPr/>
        <a:lstStyle/>
        <a:p>
          <a:endParaRPr lang="en-US"/>
        </a:p>
      </dgm:t>
    </dgm:pt>
    <dgm:pt modelId="{3074C22C-69DD-4B24-82A6-7432C06F7B22}" type="pres">
      <dgm:prSet presAssocID="{F4B11640-213B-4641-925B-F481F91B9219}" presName="nodeTx" presStyleLbl="node1" presStyleIdx="3" presStyleCnt="4">
        <dgm:presLayoutVars>
          <dgm:bulletEnabled val="1"/>
        </dgm:presLayoutVars>
      </dgm:prSet>
      <dgm:spPr/>
      <dgm:t>
        <a:bodyPr/>
        <a:lstStyle/>
        <a:p>
          <a:endParaRPr lang="en-US"/>
        </a:p>
      </dgm:t>
    </dgm:pt>
    <dgm:pt modelId="{8DE35F00-EEC6-4396-B194-DABAD660AB86}" type="pres">
      <dgm:prSet presAssocID="{F4B11640-213B-4641-925B-F481F91B9219}" presName="invisiNode" presStyleLbl="node1" presStyleIdx="3" presStyleCnt="4"/>
      <dgm:spPr/>
    </dgm:pt>
    <dgm:pt modelId="{2ECB6F5F-C2FA-4B3C-B470-93BD10D3FE55}" type="pres">
      <dgm:prSet presAssocID="{F4B11640-213B-4641-925B-F481F91B9219}" presName="imagNode" presStyleLbl="fgImgPlace1" presStyleIdx="3" presStyleCnt="4"/>
      <dgm:spPr>
        <a:solidFill>
          <a:srgbClr val="7030A0"/>
        </a:solidFill>
      </dgm:spPr>
    </dgm:pt>
  </dgm:ptLst>
  <dgm:cxnLst>
    <dgm:cxn modelId="{8CA3789E-6AFD-4D8D-9052-A053735356EF}" type="presOf" srcId="{F4B11640-213B-4641-925B-F481F91B9219}" destId="{9A7C9836-A2AE-412C-A354-D206CF07AD1C}" srcOrd="0" destOrd="0" presId="urn:microsoft.com/office/officeart/2005/8/layout/hList7"/>
    <dgm:cxn modelId="{773A09FF-493E-4347-8774-19B21F320374}" type="presOf" srcId="{F86398E0-8F1D-4D13-93D9-453234409B14}" destId="{FB77E2C4-4B6A-4665-AFC1-2800638EA7D0}" srcOrd="0" destOrd="0" presId="urn:microsoft.com/office/officeart/2005/8/layout/hList7"/>
    <dgm:cxn modelId="{512A7071-7F1D-408C-BE2C-7AB22226D3FB}" srcId="{F86398E0-8F1D-4D13-93D9-453234409B14}" destId="{C1ABB2C9-114C-406A-B76A-85BE15147842}" srcOrd="1" destOrd="0" parTransId="{0E8E9BD1-6632-4FAB-8DE9-B89689A33CD5}" sibTransId="{1517CA4B-2C88-49CB-8DCB-C77C79DC491E}"/>
    <dgm:cxn modelId="{FCD7D0DA-8035-4C4E-BCF5-564DE11FF9D7}" type="presOf" srcId="{1517CA4B-2C88-49CB-8DCB-C77C79DC491E}" destId="{4CE0C984-69C0-44B5-BF4B-B527FF5BE874}" srcOrd="0" destOrd="0" presId="urn:microsoft.com/office/officeart/2005/8/layout/hList7"/>
    <dgm:cxn modelId="{C391235C-3EF7-4062-BFA6-91BEDD20CF45}" srcId="{F86398E0-8F1D-4D13-93D9-453234409B14}" destId="{F4B11640-213B-4641-925B-F481F91B9219}" srcOrd="3" destOrd="0" parTransId="{D37D6FA7-9A00-483A-9314-66C67F6BEB62}" sibTransId="{928181D6-BF90-42A2-812C-209F1DA1094C}"/>
    <dgm:cxn modelId="{B82ECDF5-4166-4FF8-8346-7397B8E99714}" srcId="{F86398E0-8F1D-4D13-93D9-453234409B14}" destId="{511427B9-2EA5-40A6-827F-42C43B71D5AD}" srcOrd="2" destOrd="0" parTransId="{40C1C605-90A7-4C41-B089-5180241627F0}" sibTransId="{389A0461-69D9-4CE4-B026-A48017C86035}"/>
    <dgm:cxn modelId="{8983CA5F-FE8C-45ED-A4E4-19DE61607800}" type="presOf" srcId="{C1ABB2C9-114C-406A-B76A-85BE15147842}" destId="{581A6F53-26A4-47D1-BDB7-AC0729A46120}" srcOrd="0" destOrd="0" presId="urn:microsoft.com/office/officeart/2005/8/layout/hList7"/>
    <dgm:cxn modelId="{89C71C4E-4F0C-4E5B-8C62-22623AA39FB9}" type="presOf" srcId="{B62B32EF-DFB0-4D92-88C1-06B1A732E9C1}" destId="{A9674510-8462-4FC5-B529-D81F52C4FE63}" srcOrd="1" destOrd="0" presId="urn:microsoft.com/office/officeart/2005/8/layout/hList7"/>
    <dgm:cxn modelId="{185F98E0-4131-4380-9ACF-DFA4EE4C6C18}" srcId="{F86398E0-8F1D-4D13-93D9-453234409B14}" destId="{B62B32EF-DFB0-4D92-88C1-06B1A732E9C1}" srcOrd="0" destOrd="0" parTransId="{1E027250-9C19-4DCA-9651-B71137C11D90}" sibTransId="{4C9E496F-2527-4A14-BA5A-229B9B9C803D}"/>
    <dgm:cxn modelId="{E7B5C2DF-AD16-4EC7-8819-25D73BB33581}" type="presOf" srcId="{F4B11640-213B-4641-925B-F481F91B9219}" destId="{3074C22C-69DD-4B24-82A6-7432C06F7B22}" srcOrd="1" destOrd="0" presId="urn:microsoft.com/office/officeart/2005/8/layout/hList7"/>
    <dgm:cxn modelId="{70909E98-6B4A-4BD2-A1A1-55D9E228114F}" type="presOf" srcId="{4C9E496F-2527-4A14-BA5A-229B9B9C803D}" destId="{351B7DC1-FFE0-4527-8BE1-C51B33426657}" srcOrd="0" destOrd="0" presId="urn:microsoft.com/office/officeart/2005/8/layout/hList7"/>
    <dgm:cxn modelId="{3C7E3B11-AB77-4D54-BA89-146034C2CF2C}" type="presOf" srcId="{511427B9-2EA5-40A6-827F-42C43B71D5AD}" destId="{CA82DA7B-6158-4F22-8A82-095BFA5C4195}" srcOrd="1" destOrd="0" presId="urn:microsoft.com/office/officeart/2005/8/layout/hList7"/>
    <dgm:cxn modelId="{E9FD8442-4CB1-4658-9198-8DE916BA60C6}" type="presOf" srcId="{511427B9-2EA5-40A6-827F-42C43B71D5AD}" destId="{1F473B2F-6B13-4B55-BDBF-79AA5360052E}" srcOrd="0" destOrd="0" presId="urn:microsoft.com/office/officeart/2005/8/layout/hList7"/>
    <dgm:cxn modelId="{3A10BE42-8EC8-43DA-BC20-8554B480ED95}" type="presOf" srcId="{C1ABB2C9-114C-406A-B76A-85BE15147842}" destId="{6C8E5154-10E5-441A-A0E4-2C0F66165D71}" srcOrd="1" destOrd="0" presId="urn:microsoft.com/office/officeart/2005/8/layout/hList7"/>
    <dgm:cxn modelId="{0D5BC84E-980F-4B11-AFB7-E438098C1B26}" type="presOf" srcId="{B62B32EF-DFB0-4D92-88C1-06B1A732E9C1}" destId="{FD6EBF2D-1094-4901-B4B9-3FE285068127}" srcOrd="0" destOrd="0" presId="urn:microsoft.com/office/officeart/2005/8/layout/hList7"/>
    <dgm:cxn modelId="{6E2E3975-E872-41DB-B1A6-D9F6CD5DFA0D}" type="presOf" srcId="{389A0461-69D9-4CE4-B026-A48017C86035}" destId="{1801C32C-7FCA-4259-BB83-51ADFED9DE5B}" srcOrd="0" destOrd="0" presId="urn:microsoft.com/office/officeart/2005/8/layout/hList7"/>
    <dgm:cxn modelId="{BA0E5456-972A-44A9-9EAF-BCAF452C509F}" type="presParOf" srcId="{FB77E2C4-4B6A-4665-AFC1-2800638EA7D0}" destId="{8A987CEA-AD45-4CF1-89D0-8DBFCACD691F}" srcOrd="0" destOrd="0" presId="urn:microsoft.com/office/officeart/2005/8/layout/hList7"/>
    <dgm:cxn modelId="{504C0B83-3792-4E3C-97F1-F4FE5AD14918}" type="presParOf" srcId="{FB77E2C4-4B6A-4665-AFC1-2800638EA7D0}" destId="{448DB971-56D6-4D17-9DF3-E84C53D37A3C}" srcOrd="1" destOrd="0" presId="urn:microsoft.com/office/officeart/2005/8/layout/hList7"/>
    <dgm:cxn modelId="{10378E86-AF62-4506-A610-072666A0CD25}" type="presParOf" srcId="{448DB971-56D6-4D17-9DF3-E84C53D37A3C}" destId="{0A68D8A5-B4E6-437A-9784-9D46A3865073}" srcOrd="0" destOrd="0" presId="urn:microsoft.com/office/officeart/2005/8/layout/hList7"/>
    <dgm:cxn modelId="{E65A9439-A765-4BF9-8088-1C35BD0B043A}" type="presParOf" srcId="{0A68D8A5-B4E6-437A-9784-9D46A3865073}" destId="{FD6EBF2D-1094-4901-B4B9-3FE285068127}" srcOrd="0" destOrd="0" presId="urn:microsoft.com/office/officeart/2005/8/layout/hList7"/>
    <dgm:cxn modelId="{DFE8B996-C76D-4C17-BC45-90281463CB9A}" type="presParOf" srcId="{0A68D8A5-B4E6-437A-9784-9D46A3865073}" destId="{A9674510-8462-4FC5-B529-D81F52C4FE63}" srcOrd="1" destOrd="0" presId="urn:microsoft.com/office/officeart/2005/8/layout/hList7"/>
    <dgm:cxn modelId="{11AF344D-4A0F-4ABA-B1F7-64BCF8645F1B}" type="presParOf" srcId="{0A68D8A5-B4E6-437A-9784-9D46A3865073}" destId="{9C22FEDE-0D18-48FC-AB57-12E8DCA679FF}" srcOrd="2" destOrd="0" presId="urn:microsoft.com/office/officeart/2005/8/layout/hList7"/>
    <dgm:cxn modelId="{514A61E4-94D2-4A0F-B86E-6A133A9F03E9}" type="presParOf" srcId="{0A68D8A5-B4E6-437A-9784-9D46A3865073}" destId="{D7E76684-E0DE-4D2D-AD1D-D35E29FC06C0}" srcOrd="3" destOrd="0" presId="urn:microsoft.com/office/officeart/2005/8/layout/hList7"/>
    <dgm:cxn modelId="{A3F7AD1A-041D-44AB-A482-A180B40F3214}" type="presParOf" srcId="{448DB971-56D6-4D17-9DF3-E84C53D37A3C}" destId="{351B7DC1-FFE0-4527-8BE1-C51B33426657}" srcOrd="1" destOrd="0" presId="urn:microsoft.com/office/officeart/2005/8/layout/hList7"/>
    <dgm:cxn modelId="{66E3EEC3-7584-4253-A4AF-BC20781C47C9}" type="presParOf" srcId="{448DB971-56D6-4D17-9DF3-E84C53D37A3C}" destId="{F2491111-6428-43E7-90E8-18667C3A338E}" srcOrd="2" destOrd="0" presId="urn:microsoft.com/office/officeart/2005/8/layout/hList7"/>
    <dgm:cxn modelId="{A63E054D-19A8-4964-9B14-BDAD4808EE32}" type="presParOf" srcId="{F2491111-6428-43E7-90E8-18667C3A338E}" destId="{581A6F53-26A4-47D1-BDB7-AC0729A46120}" srcOrd="0" destOrd="0" presId="urn:microsoft.com/office/officeart/2005/8/layout/hList7"/>
    <dgm:cxn modelId="{1EE25C21-BB5C-496B-B526-CE19874EA6FB}" type="presParOf" srcId="{F2491111-6428-43E7-90E8-18667C3A338E}" destId="{6C8E5154-10E5-441A-A0E4-2C0F66165D71}" srcOrd="1" destOrd="0" presId="urn:microsoft.com/office/officeart/2005/8/layout/hList7"/>
    <dgm:cxn modelId="{0EB5C1B3-E2C9-4E1F-8892-075BCBDBBB27}" type="presParOf" srcId="{F2491111-6428-43E7-90E8-18667C3A338E}" destId="{CDC25E91-3469-4AA6-95FB-712FD038F576}" srcOrd="2" destOrd="0" presId="urn:microsoft.com/office/officeart/2005/8/layout/hList7"/>
    <dgm:cxn modelId="{45F99B48-DBC9-4C00-B0E6-4D4548E9BF26}" type="presParOf" srcId="{F2491111-6428-43E7-90E8-18667C3A338E}" destId="{AE03D939-DB7D-4955-A0DD-31438D262257}" srcOrd="3" destOrd="0" presId="urn:microsoft.com/office/officeart/2005/8/layout/hList7"/>
    <dgm:cxn modelId="{BE2AC465-3398-4979-8C17-AB65EDE7942A}" type="presParOf" srcId="{448DB971-56D6-4D17-9DF3-E84C53D37A3C}" destId="{4CE0C984-69C0-44B5-BF4B-B527FF5BE874}" srcOrd="3" destOrd="0" presId="urn:microsoft.com/office/officeart/2005/8/layout/hList7"/>
    <dgm:cxn modelId="{BB38B191-46A9-4771-841D-34B5EF95477B}" type="presParOf" srcId="{448DB971-56D6-4D17-9DF3-E84C53D37A3C}" destId="{CF378547-8CF3-4E46-9C98-12286C3CA035}" srcOrd="4" destOrd="0" presId="urn:microsoft.com/office/officeart/2005/8/layout/hList7"/>
    <dgm:cxn modelId="{1D3A10D4-056C-4EBB-B763-A5399C97622B}" type="presParOf" srcId="{CF378547-8CF3-4E46-9C98-12286C3CA035}" destId="{1F473B2F-6B13-4B55-BDBF-79AA5360052E}" srcOrd="0" destOrd="0" presId="urn:microsoft.com/office/officeart/2005/8/layout/hList7"/>
    <dgm:cxn modelId="{85E7A99F-E798-40E9-AEBC-1F0B99CDBE9D}" type="presParOf" srcId="{CF378547-8CF3-4E46-9C98-12286C3CA035}" destId="{CA82DA7B-6158-4F22-8A82-095BFA5C4195}" srcOrd="1" destOrd="0" presId="urn:microsoft.com/office/officeart/2005/8/layout/hList7"/>
    <dgm:cxn modelId="{549DD24D-3B9D-47C8-8B84-D43C6D1ADFD0}" type="presParOf" srcId="{CF378547-8CF3-4E46-9C98-12286C3CA035}" destId="{C4F78310-DB29-4F0E-BDAA-9FA003E0C7E8}" srcOrd="2" destOrd="0" presId="urn:microsoft.com/office/officeart/2005/8/layout/hList7"/>
    <dgm:cxn modelId="{FD9C3556-F57C-4B1F-B0A7-8005ED648807}" type="presParOf" srcId="{CF378547-8CF3-4E46-9C98-12286C3CA035}" destId="{AAA064AC-6D50-4020-9EEE-59D828DEFCE8}" srcOrd="3" destOrd="0" presId="urn:microsoft.com/office/officeart/2005/8/layout/hList7"/>
    <dgm:cxn modelId="{A1FCAF2E-D153-465D-A41A-A962D7021191}" type="presParOf" srcId="{448DB971-56D6-4D17-9DF3-E84C53D37A3C}" destId="{1801C32C-7FCA-4259-BB83-51ADFED9DE5B}" srcOrd="5" destOrd="0" presId="urn:microsoft.com/office/officeart/2005/8/layout/hList7"/>
    <dgm:cxn modelId="{04C54238-7E84-4E18-9938-749A233516E7}" type="presParOf" srcId="{448DB971-56D6-4D17-9DF3-E84C53D37A3C}" destId="{E8900761-D640-460A-B197-C98B5E1724B2}" srcOrd="6" destOrd="0" presId="urn:microsoft.com/office/officeart/2005/8/layout/hList7"/>
    <dgm:cxn modelId="{7CDCD770-C620-4DCD-B802-4F806BA03773}" type="presParOf" srcId="{E8900761-D640-460A-B197-C98B5E1724B2}" destId="{9A7C9836-A2AE-412C-A354-D206CF07AD1C}" srcOrd="0" destOrd="0" presId="urn:microsoft.com/office/officeart/2005/8/layout/hList7"/>
    <dgm:cxn modelId="{B5147B95-511D-432C-8F91-F62C2127B536}" type="presParOf" srcId="{E8900761-D640-460A-B197-C98B5E1724B2}" destId="{3074C22C-69DD-4B24-82A6-7432C06F7B22}" srcOrd="1" destOrd="0" presId="urn:microsoft.com/office/officeart/2005/8/layout/hList7"/>
    <dgm:cxn modelId="{410168E5-E742-4F5C-8CFE-EEFD40AD76B3}" type="presParOf" srcId="{E8900761-D640-460A-B197-C98B5E1724B2}" destId="{8DE35F00-EEC6-4396-B194-DABAD660AB86}" srcOrd="2" destOrd="0" presId="urn:microsoft.com/office/officeart/2005/8/layout/hList7"/>
    <dgm:cxn modelId="{82F9518D-588A-4D72-BAE0-5437AECB8164}" type="presParOf" srcId="{E8900761-D640-460A-B197-C98B5E1724B2}" destId="{2ECB6F5F-C2FA-4B3C-B470-93BD10D3FE55}"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E2CC2-12E4-40E5-819B-16AD975E5EDC}">
      <dsp:nvSpPr>
        <dsp:cNvPr id="0" name=""/>
        <dsp:cNvSpPr/>
      </dsp:nvSpPr>
      <dsp:spPr>
        <a:xfrm rot="10800000">
          <a:off x="1701758" y="2488"/>
          <a:ext cx="5701183" cy="1062985"/>
        </a:xfrm>
        <a:prstGeom prst="homePlate">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8747" tIns="99060" rIns="184912" bIns="99060" numCol="1" spcCol="1270" anchor="ctr" anchorCtr="0">
          <a:noAutofit/>
        </a:bodyPr>
        <a:lstStyle/>
        <a:p>
          <a:pPr lvl="0" algn="ctr" defTabSz="1155700">
            <a:lnSpc>
              <a:spcPct val="90000"/>
            </a:lnSpc>
            <a:spcBef>
              <a:spcPct val="0"/>
            </a:spcBef>
            <a:spcAft>
              <a:spcPct val="35000"/>
            </a:spcAft>
          </a:pPr>
          <a:r>
            <a:rPr lang="en-US" sz="2600" kern="1200" dirty="0" smtClean="0"/>
            <a:t>Data scientist and the expected attributes of a data scientist.</a:t>
          </a:r>
          <a:endParaRPr lang="en-US" sz="2600" kern="1200" dirty="0"/>
        </a:p>
      </dsp:txBody>
      <dsp:txXfrm rot="10800000">
        <a:off x="1967504" y="2488"/>
        <a:ext cx="5435437" cy="1062985"/>
      </dsp:txXfrm>
    </dsp:sp>
    <dsp:sp modelId="{39DD497A-4A76-4E0F-8347-A3B0AB781AF8}">
      <dsp:nvSpPr>
        <dsp:cNvPr id="0" name=""/>
        <dsp:cNvSpPr/>
      </dsp:nvSpPr>
      <dsp:spPr>
        <a:xfrm>
          <a:off x="1170266" y="2488"/>
          <a:ext cx="1062985" cy="1062985"/>
        </a:xfrm>
        <a:prstGeom prst="ellipse">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B0028A-7E9D-4052-ABA9-8735F4694692}">
      <dsp:nvSpPr>
        <dsp:cNvPr id="0" name=""/>
        <dsp:cNvSpPr/>
      </dsp:nvSpPr>
      <dsp:spPr>
        <a:xfrm rot="10800000">
          <a:off x="1701758" y="1382783"/>
          <a:ext cx="5701183" cy="106298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8747" tIns="99060" rIns="184912" bIns="99060" numCol="1" spcCol="1270" anchor="ctr" anchorCtr="0">
          <a:noAutofit/>
        </a:bodyPr>
        <a:lstStyle/>
        <a:p>
          <a:pPr lvl="0" algn="ctr" defTabSz="1155700">
            <a:lnSpc>
              <a:spcPct val="90000"/>
            </a:lnSpc>
            <a:spcBef>
              <a:spcPct val="0"/>
            </a:spcBef>
            <a:spcAft>
              <a:spcPct val="35000"/>
            </a:spcAft>
          </a:pPr>
          <a:r>
            <a:rPr lang="en-US" sz="2600" kern="1200" dirty="0" smtClean="0"/>
            <a:t>4th paradigm of science and 4th industrial revolution</a:t>
          </a:r>
          <a:endParaRPr lang="en-GB" sz="2600" kern="1200" dirty="0"/>
        </a:p>
      </dsp:txBody>
      <dsp:txXfrm rot="10800000">
        <a:off x="1967504" y="1382783"/>
        <a:ext cx="5435437" cy="1062985"/>
      </dsp:txXfrm>
    </dsp:sp>
    <dsp:sp modelId="{6ED39927-4322-43F7-B9F5-C832BA3BFDC6}">
      <dsp:nvSpPr>
        <dsp:cNvPr id="0" name=""/>
        <dsp:cNvSpPr/>
      </dsp:nvSpPr>
      <dsp:spPr>
        <a:xfrm>
          <a:off x="1170266" y="1382783"/>
          <a:ext cx="1062985" cy="1062985"/>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37818B1-57F1-4773-BF7D-946F13203455}">
      <dsp:nvSpPr>
        <dsp:cNvPr id="0" name=""/>
        <dsp:cNvSpPr/>
      </dsp:nvSpPr>
      <dsp:spPr>
        <a:xfrm rot="10800000">
          <a:off x="1701758" y="2763078"/>
          <a:ext cx="5701183" cy="106298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8747" tIns="99060" rIns="184912" bIns="99060" numCol="1" spcCol="1270" anchor="ctr" anchorCtr="0">
          <a:noAutofit/>
        </a:bodyPr>
        <a:lstStyle/>
        <a:p>
          <a:pPr lvl="0" algn="ctr" defTabSz="1155700">
            <a:lnSpc>
              <a:spcPct val="90000"/>
            </a:lnSpc>
            <a:spcBef>
              <a:spcPct val="0"/>
            </a:spcBef>
            <a:spcAft>
              <a:spcPct val="35000"/>
            </a:spcAft>
          </a:pPr>
          <a:r>
            <a:rPr lang="en-US" sz="2600" kern="1200" dirty="0" smtClean="0"/>
            <a:t>Interplay among big data, machine learning and artificial intelligence.</a:t>
          </a:r>
          <a:endParaRPr lang="en-US" sz="2600" kern="1200" dirty="0"/>
        </a:p>
      </dsp:txBody>
      <dsp:txXfrm rot="10800000">
        <a:off x="1967504" y="2763078"/>
        <a:ext cx="5435437" cy="1062985"/>
      </dsp:txXfrm>
    </dsp:sp>
    <dsp:sp modelId="{13768A02-FD2C-4EE4-9308-C194E95353B1}">
      <dsp:nvSpPr>
        <dsp:cNvPr id="0" name=""/>
        <dsp:cNvSpPr/>
      </dsp:nvSpPr>
      <dsp:spPr>
        <a:xfrm>
          <a:off x="1170266" y="2763078"/>
          <a:ext cx="1062985" cy="1062985"/>
        </a:xfrm>
        <a:prstGeom prst="ellipse">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A1A764-53FE-4647-8AE7-45BC2A917D65}">
      <dsp:nvSpPr>
        <dsp:cNvPr id="0" name=""/>
        <dsp:cNvSpPr/>
      </dsp:nvSpPr>
      <dsp:spPr>
        <a:xfrm>
          <a:off x="2615015" y="1066409"/>
          <a:ext cx="2656669" cy="265666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52070" tIns="52070" rIns="52070" bIns="52070" numCol="1" spcCol="1270" anchor="ctr" anchorCtr="0">
          <a:noAutofit/>
        </a:bodyPr>
        <a:lstStyle/>
        <a:p>
          <a:pPr lvl="0" algn="ctr" defTabSz="1822450">
            <a:lnSpc>
              <a:spcPct val="90000"/>
            </a:lnSpc>
            <a:spcBef>
              <a:spcPct val="0"/>
            </a:spcBef>
            <a:spcAft>
              <a:spcPct val="35000"/>
            </a:spcAft>
          </a:pPr>
          <a:r>
            <a:rPr lang="en-US" sz="4100" kern="1200" dirty="0" smtClean="0"/>
            <a:t>Data Scientist</a:t>
          </a:r>
          <a:endParaRPr lang="en-US" sz="4100" kern="1200" dirty="0"/>
        </a:p>
      </dsp:txBody>
      <dsp:txXfrm>
        <a:off x="3004075" y="1455469"/>
        <a:ext cx="1878549" cy="1878549"/>
      </dsp:txXfrm>
    </dsp:sp>
    <dsp:sp modelId="{B0823A72-99AA-40C3-9552-7272668F839A}">
      <dsp:nvSpPr>
        <dsp:cNvPr id="0" name=""/>
        <dsp:cNvSpPr/>
      </dsp:nvSpPr>
      <dsp:spPr>
        <a:xfrm>
          <a:off x="3279182" y="474"/>
          <a:ext cx="1328334" cy="132833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Computer Scientist</a:t>
          </a:r>
          <a:endParaRPr lang="en-US" sz="900" kern="1200" dirty="0"/>
        </a:p>
      </dsp:txBody>
      <dsp:txXfrm>
        <a:off x="3473712" y="195004"/>
        <a:ext cx="939274" cy="939274"/>
      </dsp:txXfrm>
    </dsp:sp>
    <dsp:sp modelId="{01EA914D-023D-438D-9D64-8F1BC89D3300}">
      <dsp:nvSpPr>
        <dsp:cNvPr id="0" name=""/>
        <dsp:cNvSpPr/>
      </dsp:nvSpPr>
      <dsp:spPr>
        <a:xfrm>
          <a:off x="5009285" y="1730576"/>
          <a:ext cx="1328334" cy="132833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Statistics/</a:t>
          </a:r>
          <a:r>
            <a:rPr lang="en-US" sz="900" kern="1200" dirty="0" err="1" smtClean="0"/>
            <a:t>Maths</a:t>
          </a:r>
          <a:endParaRPr lang="en-US" sz="900" kern="1200" dirty="0"/>
        </a:p>
      </dsp:txBody>
      <dsp:txXfrm>
        <a:off x="5203815" y="1925106"/>
        <a:ext cx="939274" cy="939274"/>
      </dsp:txXfrm>
    </dsp:sp>
    <dsp:sp modelId="{E94D8577-3BAA-4C4A-95FD-5E1B25CD3D2A}">
      <dsp:nvSpPr>
        <dsp:cNvPr id="0" name=""/>
        <dsp:cNvSpPr/>
      </dsp:nvSpPr>
      <dsp:spPr>
        <a:xfrm>
          <a:off x="3279182" y="3460679"/>
          <a:ext cx="1328334" cy="132833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Soft skills</a:t>
          </a:r>
          <a:endParaRPr lang="en-US" sz="900" kern="1200" dirty="0"/>
        </a:p>
      </dsp:txBody>
      <dsp:txXfrm>
        <a:off x="3473712" y="3655209"/>
        <a:ext cx="939274" cy="939274"/>
      </dsp:txXfrm>
    </dsp:sp>
    <dsp:sp modelId="{0B79DC37-3D82-482A-80AC-2A12ADE3D9A7}">
      <dsp:nvSpPr>
        <dsp:cNvPr id="0" name=""/>
        <dsp:cNvSpPr/>
      </dsp:nvSpPr>
      <dsp:spPr>
        <a:xfrm>
          <a:off x="1549080" y="1730576"/>
          <a:ext cx="1328334" cy="132833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Subject Matter Expertise/Domain Knowledge</a:t>
          </a:r>
          <a:endParaRPr lang="en-US" sz="900" kern="1200" dirty="0"/>
        </a:p>
      </dsp:txBody>
      <dsp:txXfrm>
        <a:off x="1743610" y="1925106"/>
        <a:ext cx="939274" cy="9392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AE275A-5C72-48CD-B7A3-9AF62C0DDF77}">
      <dsp:nvSpPr>
        <dsp:cNvPr id="0" name=""/>
        <dsp:cNvSpPr/>
      </dsp:nvSpPr>
      <dsp:spPr>
        <a:xfrm>
          <a:off x="1930785" y="0"/>
          <a:ext cx="4097077" cy="4097077"/>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80E717-9780-41F1-AA1A-332E32B9F364}">
      <dsp:nvSpPr>
        <dsp:cNvPr id="0" name=""/>
        <dsp:cNvSpPr/>
      </dsp:nvSpPr>
      <dsp:spPr>
        <a:xfrm>
          <a:off x="3979323" y="411908"/>
          <a:ext cx="2663100" cy="9698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kern="1200" dirty="0" smtClean="0"/>
            <a:t>DATA</a:t>
          </a:r>
          <a:endParaRPr lang="en-GB" sz="2800" kern="1200" dirty="0"/>
        </a:p>
      </dsp:txBody>
      <dsp:txXfrm>
        <a:off x="4026667" y="459252"/>
        <a:ext cx="2568412" cy="875166"/>
      </dsp:txXfrm>
    </dsp:sp>
    <dsp:sp modelId="{AA16DE7C-EE78-4CD6-8846-C9185EB7CE6E}">
      <dsp:nvSpPr>
        <dsp:cNvPr id="0" name=""/>
        <dsp:cNvSpPr/>
      </dsp:nvSpPr>
      <dsp:spPr>
        <a:xfrm>
          <a:off x="3979323" y="1502995"/>
          <a:ext cx="2663100" cy="9698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kern="1200" dirty="0" smtClean="0"/>
            <a:t>PROCESS</a:t>
          </a:r>
          <a:endParaRPr lang="en-GB" sz="2800" kern="1200" dirty="0"/>
        </a:p>
      </dsp:txBody>
      <dsp:txXfrm>
        <a:off x="4026667" y="1550339"/>
        <a:ext cx="2568412" cy="875166"/>
      </dsp:txXfrm>
    </dsp:sp>
    <dsp:sp modelId="{134DA138-ED2A-4215-A003-3380A7FD54B2}">
      <dsp:nvSpPr>
        <dsp:cNvPr id="0" name=""/>
        <dsp:cNvSpPr/>
      </dsp:nvSpPr>
      <dsp:spPr>
        <a:xfrm>
          <a:off x="3979323" y="2594081"/>
          <a:ext cx="2663100" cy="9698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kern="1200" dirty="0" smtClean="0"/>
            <a:t>INFORMATION</a:t>
          </a:r>
          <a:endParaRPr lang="en-GB" sz="2800" kern="1200" dirty="0"/>
        </a:p>
      </dsp:txBody>
      <dsp:txXfrm>
        <a:off x="4026667" y="2641425"/>
        <a:ext cx="2568412" cy="8751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4D1CAF-940F-42ED-AE0A-F1D0A42EC9A2}">
      <dsp:nvSpPr>
        <dsp:cNvPr id="0" name=""/>
        <dsp:cNvSpPr/>
      </dsp:nvSpPr>
      <dsp:spPr>
        <a:xfrm flipH="1">
          <a:off x="2675994" y="1696"/>
          <a:ext cx="1389169" cy="422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rPr>
            <a:t>Business Understanding</a:t>
          </a:r>
          <a:endParaRPr lang="en-US" sz="1400" kern="1200" dirty="0">
            <a:solidFill>
              <a:schemeClr val="bg1"/>
            </a:solidFill>
          </a:endParaRPr>
        </a:p>
      </dsp:txBody>
      <dsp:txXfrm>
        <a:off x="2675994" y="1696"/>
        <a:ext cx="1389169" cy="422082"/>
      </dsp:txXfrm>
    </dsp:sp>
    <dsp:sp modelId="{3844A5CA-E003-4E33-952D-4CB7767A3B66}">
      <dsp:nvSpPr>
        <dsp:cNvPr id="0" name=""/>
        <dsp:cNvSpPr/>
      </dsp:nvSpPr>
      <dsp:spPr>
        <a:xfrm>
          <a:off x="1227253" y="59377"/>
          <a:ext cx="3383289" cy="3383289"/>
        </a:xfrm>
        <a:prstGeom prst="circularArrow">
          <a:avLst>
            <a:gd name="adj1" fmla="val 2412"/>
            <a:gd name="adj2" fmla="val 145850"/>
            <a:gd name="adj3" fmla="val 18348727"/>
            <a:gd name="adj4" fmla="val 18247242"/>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B6AE69-6EC3-41D8-BA59-E3756E725EA4}">
      <dsp:nvSpPr>
        <dsp:cNvPr id="0" name=""/>
        <dsp:cNvSpPr/>
      </dsp:nvSpPr>
      <dsp:spPr>
        <a:xfrm>
          <a:off x="3761554" y="491859"/>
          <a:ext cx="737962" cy="418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rPr>
            <a:t>Data Mining</a:t>
          </a:r>
          <a:endParaRPr lang="en-US" sz="1400" kern="1200" dirty="0">
            <a:solidFill>
              <a:schemeClr val="bg1"/>
            </a:solidFill>
          </a:endParaRPr>
        </a:p>
      </dsp:txBody>
      <dsp:txXfrm>
        <a:off x="3761554" y="491859"/>
        <a:ext cx="737962" cy="418545"/>
      </dsp:txXfrm>
    </dsp:sp>
    <dsp:sp modelId="{66BCF86D-A744-482B-ACA1-E9EDA5CCB11E}">
      <dsp:nvSpPr>
        <dsp:cNvPr id="0" name=""/>
        <dsp:cNvSpPr/>
      </dsp:nvSpPr>
      <dsp:spPr>
        <a:xfrm>
          <a:off x="1263420" y="846"/>
          <a:ext cx="3383289" cy="3383289"/>
        </a:xfrm>
        <a:prstGeom prst="circularArrow">
          <a:avLst>
            <a:gd name="adj1" fmla="val 2412"/>
            <a:gd name="adj2" fmla="val 145850"/>
            <a:gd name="adj3" fmla="val 20504124"/>
            <a:gd name="adj4" fmla="val 19702617"/>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F9A911-9CC0-47E8-B2E5-3D0E8D2F080A}">
      <dsp:nvSpPr>
        <dsp:cNvPr id="0" name=""/>
        <dsp:cNvSpPr/>
      </dsp:nvSpPr>
      <dsp:spPr>
        <a:xfrm>
          <a:off x="4296533" y="1313586"/>
          <a:ext cx="418545" cy="418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en-US" sz="1400" kern="1200"/>
        </a:p>
      </dsp:txBody>
      <dsp:txXfrm>
        <a:off x="4296533" y="1313586"/>
        <a:ext cx="418545" cy="418545"/>
      </dsp:txXfrm>
    </dsp:sp>
    <dsp:sp modelId="{1CA4BDCC-1029-4615-8D2D-60AB329B0B49}">
      <dsp:nvSpPr>
        <dsp:cNvPr id="0" name=""/>
        <dsp:cNvSpPr/>
      </dsp:nvSpPr>
      <dsp:spPr>
        <a:xfrm>
          <a:off x="1227253" y="846"/>
          <a:ext cx="3383289" cy="3383289"/>
        </a:xfrm>
        <a:prstGeom prst="circularArrow">
          <a:avLst>
            <a:gd name="adj1" fmla="val 2412"/>
            <a:gd name="adj2" fmla="val 145850"/>
            <a:gd name="adj3" fmla="val 847260"/>
            <a:gd name="adj4" fmla="val 21559493"/>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734791-FFE3-4274-B0C2-FD266F73E986}">
      <dsp:nvSpPr>
        <dsp:cNvPr id="0" name=""/>
        <dsp:cNvSpPr/>
      </dsp:nvSpPr>
      <dsp:spPr>
        <a:xfrm>
          <a:off x="3857863" y="2207754"/>
          <a:ext cx="1038763" cy="418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rPr>
            <a:t>Data Cleaning</a:t>
          </a:r>
          <a:endParaRPr lang="en-US" sz="1400" kern="1200" dirty="0">
            <a:solidFill>
              <a:schemeClr val="bg1"/>
            </a:solidFill>
          </a:endParaRPr>
        </a:p>
      </dsp:txBody>
      <dsp:txXfrm>
        <a:off x="3857863" y="2207754"/>
        <a:ext cx="1038763" cy="418545"/>
      </dsp:txXfrm>
    </dsp:sp>
    <dsp:sp modelId="{7C41E0FD-6E61-48D7-AF76-D1D7F366810C}">
      <dsp:nvSpPr>
        <dsp:cNvPr id="0" name=""/>
        <dsp:cNvSpPr/>
      </dsp:nvSpPr>
      <dsp:spPr>
        <a:xfrm>
          <a:off x="1227253" y="49938"/>
          <a:ext cx="3383289" cy="3383289"/>
        </a:xfrm>
        <a:prstGeom prst="circularArrow">
          <a:avLst>
            <a:gd name="adj1" fmla="val 2412"/>
            <a:gd name="adj2" fmla="val 145850"/>
            <a:gd name="adj3" fmla="val 2724690"/>
            <a:gd name="adj4" fmla="val 1985365"/>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6B0061-17E1-42C9-B902-F6C17C7D6D4A}">
      <dsp:nvSpPr>
        <dsp:cNvPr id="0" name=""/>
        <dsp:cNvSpPr/>
      </dsp:nvSpPr>
      <dsp:spPr>
        <a:xfrm>
          <a:off x="3576395" y="2890470"/>
          <a:ext cx="418545" cy="418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en-US" sz="1400" kern="1200"/>
        </a:p>
      </dsp:txBody>
      <dsp:txXfrm>
        <a:off x="3576395" y="2890470"/>
        <a:ext cx="418545" cy="418545"/>
      </dsp:txXfrm>
    </dsp:sp>
    <dsp:sp modelId="{BDB58A8A-42C4-4744-8F2E-7664C78959B5}">
      <dsp:nvSpPr>
        <dsp:cNvPr id="0" name=""/>
        <dsp:cNvSpPr/>
      </dsp:nvSpPr>
      <dsp:spPr>
        <a:xfrm>
          <a:off x="1278577" y="-181715"/>
          <a:ext cx="3328886" cy="3383289"/>
        </a:xfrm>
        <a:prstGeom prst="circularArrow">
          <a:avLst>
            <a:gd name="adj1" fmla="val 2412"/>
            <a:gd name="adj2" fmla="val 145850"/>
            <a:gd name="adj3" fmla="val 4804129"/>
            <a:gd name="adj4" fmla="val 3947301"/>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F7986B-BD89-445A-AC53-14CC0AC04E34}">
      <dsp:nvSpPr>
        <dsp:cNvPr id="0" name=""/>
        <dsp:cNvSpPr/>
      </dsp:nvSpPr>
      <dsp:spPr>
        <a:xfrm>
          <a:off x="2709625" y="3144977"/>
          <a:ext cx="418545" cy="418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en-US" sz="1400" kern="1200"/>
        </a:p>
      </dsp:txBody>
      <dsp:txXfrm>
        <a:off x="2709625" y="3144977"/>
        <a:ext cx="418545" cy="418545"/>
      </dsp:txXfrm>
    </dsp:sp>
    <dsp:sp modelId="{56F557BB-677C-4522-AE97-52BF429DAC01}">
      <dsp:nvSpPr>
        <dsp:cNvPr id="0" name=""/>
        <dsp:cNvSpPr/>
      </dsp:nvSpPr>
      <dsp:spPr>
        <a:xfrm>
          <a:off x="1793751" y="-144634"/>
          <a:ext cx="3383289" cy="3383289"/>
        </a:xfrm>
        <a:prstGeom prst="circularArrow">
          <a:avLst>
            <a:gd name="adj1" fmla="val 2412"/>
            <a:gd name="adj2" fmla="val 145850"/>
            <a:gd name="adj3" fmla="val 6123771"/>
            <a:gd name="adj4" fmla="val 5850021"/>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DDC538-7D6C-4379-A2B2-A48E3D356052}">
      <dsp:nvSpPr>
        <dsp:cNvPr id="0" name=""/>
        <dsp:cNvSpPr/>
      </dsp:nvSpPr>
      <dsp:spPr>
        <a:xfrm>
          <a:off x="1349511" y="2896258"/>
          <a:ext cx="1405233" cy="406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rPr>
            <a:t>Data Exploration</a:t>
          </a:r>
          <a:endParaRPr lang="en-US" sz="1400" kern="1200" dirty="0">
            <a:solidFill>
              <a:schemeClr val="bg1"/>
            </a:solidFill>
          </a:endParaRPr>
        </a:p>
      </dsp:txBody>
      <dsp:txXfrm>
        <a:off x="1349511" y="2896258"/>
        <a:ext cx="1405233" cy="406968"/>
      </dsp:txXfrm>
    </dsp:sp>
    <dsp:sp modelId="{6133C597-38E5-4589-BAEE-E1E8200C5CDA}">
      <dsp:nvSpPr>
        <dsp:cNvPr id="0" name=""/>
        <dsp:cNvSpPr/>
      </dsp:nvSpPr>
      <dsp:spPr>
        <a:xfrm>
          <a:off x="1227253" y="59377"/>
          <a:ext cx="3383289" cy="3383289"/>
        </a:xfrm>
        <a:prstGeom prst="circularArrow">
          <a:avLst>
            <a:gd name="adj1" fmla="val 2412"/>
            <a:gd name="adj2" fmla="val 145850"/>
            <a:gd name="adj3" fmla="val 8668785"/>
            <a:gd name="adj4" fmla="val 8064692"/>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7F69D2-4AFB-42D8-ADB6-7829E347D32D}">
      <dsp:nvSpPr>
        <dsp:cNvPr id="0" name=""/>
        <dsp:cNvSpPr/>
      </dsp:nvSpPr>
      <dsp:spPr>
        <a:xfrm>
          <a:off x="733464" y="2207754"/>
          <a:ext cx="1454173" cy="418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rPr>
            <a:t>Feature Engineering</a:t>
          </a:r>
          <a:endParaRPr lang="en-US" sz="1400" kern="1200" dirty="0">
            <a:solidFill>
              <a:schemeClr val="bg1"/>
            </a:solidFill>
          </a:endParaRPr>
        </a:p>
      </dsp:txBody>
      <dsp:txXfrm>
        <a:off x="733464" y="2207754"/>
        <a:ext cx="1454173" cy="418545"/>
      </dsp:txXfrm>
    </dsp:sp>
    <dsp:sp modelId="{72298AF6-F591-461A-8641-BFA73AF79149}">
      <dsp:nvSpPr>
        <dsp:cNvPr id="0" name=""/>
        <dsp:cNvSpPr/>
      </dsp:nvSpPr>
      <dsp:spPr>
        <a:xfrm>
          <a:off x="1227253" y="59377"/>
          <a:ext cx="3383289" cy="3383289"/>
        </a:xfrm>
        <a:prstGeom prst="circularArrow">
          <a:avLst>
            <a:gd name="adj1" fmla="val 2412"/>
            <a:gd name="adj2" fmla="val 145850"/>
            <a:gd name="adj3" fmla="val 10694656"/>
            <a:gd name="adj4" fmla="val 9806889"/>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6C1690-23A7-47E8-A603-9F12A12AD188}">
      <dsp:nvSpPr>
        <dsp:cNvPr id="0" name=""/>
        <dsp:cNvSpPr/>
      </dsp:nvSpPr>
      <dsp:spPr>
        <a:xfrm>
          <a:off x="744207" y="1313586"/>
          <a:ext cx="1175564" cy="418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rPr>
            <a:t>Predictive Modelling</a:t>
          </a:r>
          <a:endParaRPr lang="en-US" sz="1400" kern="1200" dirty="0">
            <a:solidFill>
              <a:schemeClr val="bg1"/>
            </a:solidFill>
          </a:endParaRPr>
        </a:p>
      </dsp:txBody>
      <dsp:txXfrm>
        <a:off x="744207" y="1313586"/>
        <a:ext cx="1175564" cy="418545"/>
      </dsp:txXfrm>
    </dsp:sp>
    <dsp:sp modelId="{F6A9A410-4DEC-42B6-B18B-F93C34BC0AA1}">
      <dsp:nvSpPr>
        <dsp:cNvPr id="0" name=""/>
        <dsp:cNvSpPr/>
      </dsp:nvSpPr>
      <dsp:spPr>
        <a:xfrm>
          <a:off x="1227253" y="59377"/>
          <a:ext cx="3383289" cy="3383289"/>
        </a:xfrm>
        <a:prstGeom prst="circularArrow">
          <a:avLst>
            <a:gd name="adj1" fmla="val 2412"/>
            <a:gd name="adj2" fmla="val 145850"/>
            <a:gd name="adj3" fmla="val 12551533"/>
            <a:gd name="adj4" fmla="val 11750025"/>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F0B9B5-C883-4C6F-9723-AF41D6C23C8B}">
      <dsp:nvSpPr>
        <dsp:cNvPr id="0" name=""/>
        <dsp:cNvSpPr/>
      </dsp:nvSpPr>
      <dsp:spPr>
        <a:xfrm>
          <a:off x="1497987" y="491859"/>
          <a:ext cx="418545" cy="418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en-US" sz="1400" kern="1200"/>
        </a:p>
      </dsp:txBody>
      <dsp:txXfrm>
        <a:off x="1497987" y="491859"/>
        <a:ext cx="418545" cy="418545"/>
      </dsp:txXfrm>
    </dsp:sp>
    <dsp:sp modelId="{75731156-8BB6-4379-B5A2-6FF38FDE4CFB}">
      <dsp:nvSpPr>
        <dsp:cNvPr id="0" name=""/>
        <dsp:cNvSpPr/>
      </dsp:nvSpPr>
      <dsp:spPr>
        <a:xfrm>
          <a:off x="624436" y="440206"/>
          <a:ext cx="3383289" cy="3383289"/>
        </a:xfrm>
        <a:prstGeom prst="circularArrow">
          <a:avLst>
            <a:gd name="adj1" fmla="val 2412"/>
            <a:gd name="adj2" fmla="val 145850"/>
            <a:gd name="adj3" fmla="val 15351427"/>
            <a:gd name="adj4" fmla="val 15018643"/>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2EED4B-0C2B-48C8-8773-7BF0043BA998}">
      <dsp:nvSpPr>
        <dsp:cNvPr id="0" name=""/>
        <dsp:cNvSpPr/>
      </dsp:nvSpPr>
      <dsp:spPr>
        <a:xfrm>
          <a:off x="1932364" y="161814"/>
          <a:ext cx="999390" cy="277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solidFill>
                <a:schemeClr val="bg1"/>
              </a:solidFill>
            </a:rPr>
            <a:t>Data Visualization</a:t>
          </a:r>
          <a:endParaRPr lang="en-US" sz="1200" kern="1200" dirty="0">
            <a:solidFill>
              <a:schemeClr val="bg1"/>
            </a:solidFill>
          </a:endParaRPr>
        </a:p>
      </dsp:txBody>
      <dsp:txXfrm>
        <a:off x="1932364" y="161814"/>
        <a:ext cx="999390" cy="277612"/>
      </dsp:txXfrm>
    </dsp:sp>
    <dsp:sp modelId="{B5A3A545-5ABF-44AB-943D-065BB9C02563}">
      <dsp:nvSpPr>
        <dsp:cNvPr id="0" name=""/>
        <dsp:cNvSpPr/>
      </dsp:nvSpPr>
      <dsp:spPr>
        <a:xfrm>
          <a:off x="4285520" y="-1526265"/>
          <a:ext cx="2689140" cy="315254"/>
        </a:xfrm>
        <a:prstGeom prst="leftCircularArrow">
          <a:avLst>
            <a:gd name="adj1" fmla="val 2412"/>
            <a:gd name="adj2" fmla="val 145850"/>
            <a:gd name="adj3" fmla="val 6261103"/>
            <a:gd name="adj4" fmla="val 5845444"/>
            <a:gd name="adj5" fmla="val 281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6EBF2D-1094-4901-B4B9-3FE285068127}">
      <dsp:nvSpPr>
        <dsp:cNvPr id="0" name=""/>
        <dsp:cNvSpPr/>
      </dsp:nvSpPr>
      <dsp:spPr>
        <a:xfrm>
          <a:off x="0" y="0"/>
          <a:ext cx="1489769" cy="40640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lvl="0" algn="ctr" defTabSz="1022350">
            <a:lnSpc>
              <a:spcPct val="90000"/>
            </a:lnSpc>
            <a:spcBef>
              <a:spcPct val="0"/>
            </a:spcBef>
            <a:spcAft>
              <a:spcPct val="35000"/>
            </a:spcAft>
          </a:pPr>
          <a:r>
            <a:rPr lang="en-US" sz="2300" kern="1200" dirty="0" smtClean="0"/>
            <a:t>VOLUME</a:t>
          </a:r>
          <a:endParaRPr lang="en-US" sz="2300" kern="1200" dirty="0"/>
        </a:p>
      </dsp:txBody>
      <dsp:txXfrm>
        <a:off x="0" y="1625600"/>
        <a:ext cx="1489769" cy="1625600"/>
      </dsp:txXfrm>
    </dsp:sp>
    <dsp:sp modelId="{D7E76684-E0DE-4D2D-AD1D-D35E29FC06C0}">
      <dsp:nvSpPr>
        <dsp:cNvPr id="0" name=""/>
        <dsp:cNvSpPr/>
      </dsp:nvSpPr>
      <dsp:spPr>
        <a:xfrm>
          <a:off x="69650" y="243840"/>
          <a:ext cx="1353312" cy="1353312"/>
        </a:xfrm>
        <a:prstGeom prst="ellipse">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1A6F53-26A4-47D1-BDB7-AC0729A46120}">
      <dsp:nvSpPr>
        <dsp:cNvPr id="0" name=""/>
        <dsp:cNvSpPr/>
      </dsp:nvSpPr>
      <dsp:spPr>
        <a:xfrm>
          <a:off x="1495749" y="0"/>
          <a:ext cx="1489769" cy="40640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lvl="0" algn="ctr" defTabSz="1022350">
            <a:lnSpc>
              <a:spcPct val="90000"/>
            </a:lnSpc>
            <a:spcBef>
              <a:spcPct val="0"/>
            </a:spcBef>
            <a:spcAft>
              <a:spcPct val="35000"/>
            </a:spcAft>
          </a:pPr>
          <a:r>
            <a:rPr lang="en-US" sz="2300" kern="1200" dirty="0" smtClean="0"/>
            <a:t>VELOCITY</a:t>
          </a:r>
          <a:endParaRPr lang="en-US" sz="2300" kern="1200" dirty="0"/>
        </a:p>
      </dsp:txBody>
      <dsp:txXfrm>
        <a:off x="1495749" y="1625600"/>
        <a:ext cx="1489769" cy="1625600"/>
      </dsp:txXfrm>
    </dsp:sp>
    <dsp:sp modelId="{AE03D939-DB7D-4955-A0DD-31438D262257}">
      <dsp:nvSpPr>
        <dsp:cNvPr id="0" name=""/>
        <dsp:cNvSpPr/>
      </dsp:nvSpPr>
      <dsp:spPr>
        <a:xfrm>
          <a:off x="1640909" y="253367"/>
          <a:ext cx="1353312" cy="1353312"/>
        </a:xfrm>
        <a:prstGeom prst="ellipse">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473B2F-6B13-4B55-BDBF-79AA5360052E}">
      <dsp:nvSpPr>
        <dsp:cNvPr id="0" name=""/>
        <dsp:cNvSpPr/>
      </dsp:nvSpPr>
      <dsp:spPr>
        <a:xfrm>
          <a:off x="3070346" y="0"/>
          <a:ext cx="1489769" cy="40640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lvl="0" algn="ctr" defTabSz="1022350">
            <a:lnSpc>
              <a:spcPct val="90000"/>
            </a:lnSpc>
            <a:spcBef>
              <a:spcPct val="0"/>
            </a:spcBef>
            <a:spcAft>
              <a:spcPct val="35000"/>
            </a:spcAft>
          </a:pPr>
          <a:r>
            <a:rPr lang="en-US" sz="2300" kern="1200" dirty="0" smtClean="0"/>
            <a:t>VERACITY</a:t>
          </a:r>
          <a:endParaRPr lang="en-US" sz="2300" kern="1200" dirty="0"/>
        </a:p>
      </dsp:txBody>
      <dsp:txXfrm>
        <a:off x="3070346" y="1625600"/>
        <a:ext cx="1489769" cy="1625600"/>
      </dsp:txXfrm>
    </dsp:sp>
    <dsp:sp modelId="{AAA064AC-6D50-4020-9EEE-59D828DEFCE8}">
      <dsp:nvSpPr>
        <dsp:cNvPr id="0" name=""/>
        <dsp:cNvSpPr/>
      </dsp:nvSpPr>
      <dsp:spPr>
        <a:xfrm>
          <a:off x="3138575" y="243840"/>
          <a:ext cx="1353312" cy="1353312"/>
        </a:xfrm>
        <a:prstGeom prst="ellipse">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7C9836-A2AE-412C-A354-D206CF07AD1C}">
      <dsp:nvSpPr>
        <dsp:cNvPr id="0" name=""/>
        <dsp:cNvSpPr/>
      </dsp:nvSpPr>
      <dsp:spPr>
        <a:xfrm>
          <a:off x="4604809" y="0"/>
          <a:ext cx="1489769" cy="40640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lvl="0" algn="ctr" defTabSz="1022350">
            <a:lnSpc>
              <a:spcPct val="90000"/>
            </a:lnSpc>
            <a:spcBef>
              <a:spcPct val="0"/>
            </a:spcBef>
            <a:spcAft>
              <a:spcPct val="35000"/>
            </a:spcAft>
          </a:pPr>
          <a:r>
            <a:rPr lang="en-US" sz="2300" kern="1200" dirty="0" smtClean="0"/>
            <a:t>VARIETY</a:t>
          </a:r>
          <a:endParaRPr lang="en-US" sz="2300" kern="1200" dirty="0"/>
        </a:p>
      </dsp:txBody>
      <dsp:txXfrm>
        <a:off x="4604809" y="1625600"/>
        <a:ext cx="1489769" cy="1625600"/>
      </dsp:txXfrm>
    </dsp:sp>
    <dsp:sp modelId="{2ECB6F5F-C2FA-4B3C-B470-93BD10D3FE55}">
      <dsp:nvSpPr>
        <dsp:cNvPr id="0" name=""/>
        <dsp:cNvSpPr/>
      </dsp:nvSpPr>
      <dsp:spPr>
        <a:xfrm>
          <a:off x="4673037" y="243840"/>
          <a:ext cx="1353312" cy="1353312"/>
        </a:xfrm>
        <a:prstGeom prst="ellipse">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987CEA-AD45-4CF1-89D0-8DBFCACD691F}">
      <dsp:nvSpPr>
        <dsp:cNvPr id="0" name=""/>
        <dsp:cNvSpPr/>
      </dsp:nvSpPr>
      <dsp:spPr>
        <a:xfrm>
          <a:off x="243839" y="3251200"/>
          <a:ext cx="5608320" cy="609600"/>
        </a:xfrm>
        <a:prstGeom prst="leftRight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E53945-D35A-42DA-BE92-A93558FEBF1E}"/>
              </a:ext>
            </a:extLst>
          </p:cNvPr>
          <p:cNvPicPr>
            <a:picLocks noChangeAspect="1"/>
          </p:cNvPicPr>
          <p:nvPr userDrawn="1"/>
        </p:nvPicPr>
        <p:blipFill>
          <a:blip r:embed="rId2"/>
          <a:stretch>
            <a:fillRect/>
          </a:stretch>
        </p:blipFill>
        <p:spPr>
          <a:xfrm>
            <a:off x="0" y="1608"/>
            <a:ext cx="9142570" cy="6856392"/>
          </a:xfrm>
          <a:prstGeom prst="rect">
            <a:avLst/>
          </a:prstGeom>
        </p:spPr>
      </p:pic>
      <p:sp>
        <p:nvSpPr>
          <p:cNvPr id="15" name="Text Placeholder 2">
            <a:extLst>
              <a:ext uri="{FF2B5EF4-FFF2-40B4-BE49-F238E27FC236}">
                <a16:creationId xmlns:a16="http://schemas.microsoft.com/office/drawing/2014/main" id="{CCB4B624-5098-4F9B-9DF1-1ED249FA1B9B}"/>
              </a:ext>
            </a:extLst>
          </p:cNvPr>
          <p:cNvSpPr>
            <a:spLocks noGrp="1"/>
          </p:cNvSpPr>
          <p:nvPr>
            <p:ph type="body" idx="1" hasCustomPrompt="1"/>
          </p:nvPr>
        </p:nvSpPr>
        <p:spPr>
          <a:xfrm>
            <a:off x="773590" y="4059231"/>
            <a:ext cx="7894002" cy="609796"/>
          </a:xfrm>
        </p:spPr>
        <p:txBody>
          <a:bodyPr anchor="t">
            <a:noAutofit/>
          </a:bodyPr>
          <a:lstStyle>
            <a:lvl1pPr marL="0" indent="0" algn="ctr">
              <a:buNone/>
              <a:defRPr sz="4000" b="0">
                <a:solidFill>
                  <a:schemeClr val="bg1"/>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 or speaker</a:t>
            </a:r>
          </a:p>
        </p:txBody>
      </p:sp>
      <p:sp>
        <p:nvSpPr>
          <p:cNvPr id="11" name="Title 1">
            <a:extLst>
              <a:ext uri="{FF2B5EF4-FFF2-40B4-BE49-F238E27FC236}">
                <a16:creationId xmlns:a16="http://schemas.microsoft.com/office/drawing/2014/main" id="{CD8BA8A6-2B14-4932-8E99-0BCD60256AD2}"/>
              </a:ext>
            </a:extLst>
          </p:cNvPr>
          <p:cNvSpPr>
            <a:spLocks noGrp="1"/>
          </p:cNvSpPr>
          <p:nvPr>
            <p:ph type="title" hasCustomPrompt="1"/>
          </p:nvPr>
        </p:nvSpPr>
        <p:spPr>
          <a:xfrm>
            <a:off x="780891" y="2719094"/>
            <a:ext cx="7886700" cy="1117800"/>
          </a:xfrm>
        </p:spPr>
        <p:txBody>
          <a:bodyPr>
            <a:noAutofit/>
          </a:bodyPr>
          <a:lstStyle>
            <a:lvl1pPr>
              <a:defRPr sz="10400"/>
            </a:lvl1pPr>
          </a:lstStyle>
          <a:p>
            <a:r>
              <a:rPr lang="en-US" dirty="0"/>
              <a:t>Title</a:t>
            </a:r>
            <a:endParaRPr lang="en-GB" dirty="0"/>
          </a:p>
        </p:txBody>
      </p:sp>
    </p:spTree>
    <p:extLst>
      <p:ext uri="{BB962C8B-B14F-4D97-AF65-F5344CB8AC3E}">
        <p14:creationId xmlns:p14="http://schemas.microsoft.com/office/powerpoint/2010/main" val="1523317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Box with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399C793-7AC9-4757-9914-6FBAC39A0FEF}"/>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9" name="Title 1">
            <a:extLst>
              <a:ext uri="{FF2B5EF4-FFF2-40B4-BE49-F238E27FC236}">
                <a16:creationId xmlns:a16="http://schemas.microsoft.com/office/drawing/2014/main" id="{4BC39D7E-A97E-4BB4-9D19-B3694BB7B231}"/>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
        <p:nvSpPr>
          <p:cNvPr id="4" name="Content Placeholder 2">
            <a:extLst>
              <a:ext uri="{FF2B5EF4-FFF2-40B4-BE49-F238E27FC236}">
                <a16:creationId xmlns:a16="http://schemas.microsoft.com/office/drawing/2014/main" id="{5CC1FB83-3EB8-484C-BD46-C79855472E39}"/>
              </a:ext>
            </a:extLst>
          </p:cNvPr>
          <p:cNvSpPr>
            <a:spLocks noGrp="1"/>
          </p:cNvSpPr>
          <p:nvPr>
            <p:ph sz="half" idx="1"/>
          </p:nvPr>
        </p:nvSpPr>
        <p:spPr>
          <a:xfrm>
            <a:off x="628650" y="1825624"/>
            <a:ext cx="7886700" cy="4789749"/>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69690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Box Blank">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6035A14-D597-4506-9048-382F6C3BF34D}"/>
              </a:ext>
            </a:extLst>
          </p:cNvPr>
          <p:cNvSpPr>
            <a:spLocks noGrp="1"/>
          </p:cNvSpPr>
          <p:nvPr>
            <p:ph idx="1"/>
          </p:nvPr>
        </p:nvSpPr>
        <p:spPr>
          <a:xfrm>
            <a:off x="628650" y="1189973"/>
            <a:ext cx="7886700" cy="5425401"/>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71581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9DF49-43C4-4065-AC6A-A9CEB9484997}"/>
              </a:ext>
            </a:extLst>
          </p:cNvPr>
          <p:cNvSpPr>
            <a:spLocks noGrp="1"/>
          </p:cNvSpPr>
          <p:nvPr>
            <p:ph sz="half" idx="1"/>
          </p:nvPr>
        </p:nvSpPr>
        <p:spPr>
          <a:xfrm>
            <a:off x="628650" y="1825624"/>
            <a:ext cx="3867150" cy="4789749"/>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E69D98FF-11E9-4AAD-88A6-2B08ECEFAA8F}"/>
              </a:ext>
            </a:extLst>
          </p:cNvPr>
          <p:cNvSpPr>
            <a:spLocks noGrp="1"/>
          </p:cNvSpPr>
          <p:nvPr>
            <p:ph sz="half" idx="2"/>
          </p:nvPr>
        </p:nvSpPr>
        <p:spPr>
          <a:xfrm>
            <a:off x="4648200" y="1825624"/>
            <a:ext cx="3867150" cy="4789749"/>
          </a:xfrm>
        </p:spPr>
        <p:txBody>
          <a:bodyPr/>
          <a:lstStyle>
            <a:lvl1pPr marL="457200" indent="-457200">
              <a:buFont typeface="Wingdings" panose="05000000000000000000" pitchFamily="2" charset="2"/>
              <a:buChar char="§"/>
              <a:defRPr>
                <a:latin typeface="Arial" panose="020B0604020202020204" pitchFamily="34" charset="0"/>
                <a:cs typeface="Arial" panose="020B0604020202020204" pitchFamily="34" charset="0"/>
              </a:defRPr>
            </a:lvl1pPr>
            <a:lvl2pPr marL="800100" indent="-342900">
              <a:buFont typeface="Wingdings" panose="05000000000000000000" pitchFamily="2" charset="2"/>
              <a:buChar char="§"/>
              <a:defRPr>
                <a:latin typeface="Arial" panose="020B0604020202020204" pitchFamily="34" charset="0"/>
                <a:cs typeface="Arial" panose="020B0604020202020204" pitchFamily="34" charset="0"/>
              </a:defRPr>
            </a:lvl2pPr>
            <a:lvl3pPr marL="1257300" indent="-342900">
              <a:buFont typeface="Wingdings" panose="05000000000000000000" pitchFamily="2" charset="2"/>
              <a:buChar char="§"/>
              <a:defRPr>
                <a:latin typeface="Arial" panose="020B0604020202020204" pitchFamily="34" charset="0"/>
                <a:cs typeface="Arial" panose="020B0604020202020204" pitchFamily="34" charset="0"/>
              </a:defRPr>
            </a:lvl3pPr>
            <a:lvl4pPr marL="1657350" indent="-285750">
              <a:buFont typeface="Wingdings" panose="05000000000000000000" pitchFamily="2" charset="2"/>
              <a:buChar char="§"/>
              <a:defRPr>
                <a:latin typeface="Arial" panose="020B0604020202020204" pitchFamily="34" charset="0"/>
                <a:cs typeface="Arial" panose="020B0604020202020204" pitchFamily="34" charset="0"/>
              </a:defRPr>
            </a:lvl4pPr>
            <a:lvl5pPr marL="2114550" indent="-28575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1" name="Picture 10">
            <a:extLst>
              <a:ext uri="{FF2B5EF4-FFF2-40B4-BE49-F238E27FC236}">
                <a16:creationId xmlns:a16="http://schemas.microsoft.com/office/drawing/2014/main" id="{C5CDF5C6-30DB-4505-B876-4C90E94ADE5C}"/>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2" name="Title 1">
            <a:extLst>
              <a:ext uri="{FF2B5EF4-FFF2-40B4-BE49-F238E27FC236}">
                <a16:creationId xmlns:a16="http://schemas.microsoft.com/office/drawing/2014/main" id="{D3FB99D4-759B-46BF-91F0-548C9A534F3D}"/>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507771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A8EC47-221B-4789-B7F9-BCD6D2CC59FC}"/>
              </a:ext>
            </a:extLst>
          </p:cNvPr>
          <p:cNvSpPr>
            <a:spLocks noGrp="1"/>
          </p:cNvSpPr>
          <p:nvPr>
            <p:ph type="body" idx="1"/>
          </p:nvPr>
        </p:nvSpPr>
        <p:spPr>
          <a:xfrm>
            <a:off x="630238" y="1895279"/>
            <a:ext cx="3868737" cy="609796"/>
          </a:xfrm>
        </p:spPr>
        <p:txBody>
          <a:bodyPr anchor="t">
            <a:noAutofit/>
          </a:bodyPr>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1AEB5446-397F-487C-8394-43B14116DAF1}"/>
              </a:ext>
            </a:extLst>
          </p:cNvPr>
          <p:cNvSpPr>
            <a:spLocks noGrp="1"/>
          </p:cNvSpPr>
          <p:nvPr>
            <p:ph sz="half" idx="2"/>
          </p:nvPr>
        </p:nvSpPr>
        <p:spPr>
          <a:xfrm>
            <a:off x="630238" y="2505074"/>
            <a:ext cx="3868737" cy="4110299"/>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B4DA5EC4-410E-4804-9237-D4F941EA7756}"/>
              </a:ext>
            </a:extLst>
          </p:cNvPr>
          <p:cNvSpPr>
            <a:spLocks noGrp="1"/>
          </p:cNvSpPr>
          <p:nvPr>
            <p:ph type="body" sz="quarter" idx="3"/>
          </p:nvPr>
        </p:nvSpPr>
        <p:spPr>
          <a:xfrm>
            <a:off x="4629150" y="1895279"/>
            <a:ext cx="3887788" cy="609796"/>
          </a:xfrm>
        </p:spPr>
        <p:txBody>
          <a:bodyPr anchor="t"/>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38BEE6D6-DF48-49D8-903C-2DD486BC29EA}"/>
              </a:ext>
            </a:extLst>
          </p:cNvPr>
          <p:cNvSpPr>
            <a:spLocks noGrp="1"/>
          </p:cNvSpPr>
          <p:nvPr>
            <p:ph sz="quarter" idx="4"/>
          </p:nvPr>
        </p:nvSpPr>
        <p:spPr>
          <a:xfrm>
            <a:off x="4629150" y="2505074"/>
            <a:ext cx="3887788" cy="4110299"/>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2" name="Picture 11">
            <a:extLst>
              <a:ext uri="{FF2B5EF4-FFF2-40B4-BE49-F238E27FC236}">
                <a16:creationId xmlns:a16="http://schemas.microsoft.com/office/drawing/2014/main" id="{3273A1A1-33D8-4F50-AB33-E280C32D8DB2}"/>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3" name="Title 1">
            <a:extLst>
              <a:ext uri="{FF2B5EF4-FFF2-40B4-BE49-F238E27FC236}">
                <a16:creationId xmlns:a16="http://schemas.microsoft.com/office/drawing/2014/main" id="{BF690690-42D6-4203-BA5D-A5D7D3C17803}"/>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744215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CF9D21-C506-435F-B055-16AF403BA6C4}"/>
              </a:ext>
            </a:extLst>
          </p:cNvPr>
          <p:cNvSpPr>
            <a:spLocks noGrp="1"/>
          </p:cNvSpPr>
          <p:nvPr>
            <p:ph idx="1"/>
          </p:nvPr>
        </p:nvSpPr>
        <p:spPr>
          <a:xfrm>
            <a:off x="3887788" y="2049462"/>
            <a:ext cx="4629150" cy="4565912"/>
          </a:xfrm>
        </p:spPr>
        <p:txBody>
          <a:bodyPr/>
          <a:lstStyle>
            <a:lvl1pPr marL="228600" indent="-228600">
              <a:buFont typeface="Wingdings" panose="05000000000000000000" pitchFamily="2" charset="2"/>
              <a:buChar char="§"/>
              <a:defRPr sz="2800">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sz="2400">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sz="2000"/>
            </a:lvl3pPr>
            <a:lvl4pPr marL="1600200" indent="-228600">
              <a:buFont typeface="Wingdings" panose="05000000000000000000" pitchFamily="2" charset="2"/>
              <a:buChar char="§"/>
              <a:defRPr sz="1800"/>
            </a:lvl4pPr>
            <a:lvl5pPr marL="2057400" indent="-228600">
              <a:buFont typeface="Wingdings" panose="05000000000000000000" pitchFamily="2" charset="2"/>
              <a:buChar char="§"/>
              <a:defRPr sz="18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41E03A33-8131-467D-B50F-4EE3EE498E55}"/>
              </a:ext>
            </a:extLst>
          </p:cNvPr>
          <p:cNvSpPr>
            <a:spLocks noGrp="1"/>
          </p:cNvSpPr>
          <p:nvPr>
            <p:ph type="body" sz="half" idx="2"/>
          </p:nvPr>
        </p:nvSpPr>
        <p:spPr>
          <a:xfrm>
            <a:off x="630238" y="2057400"/>
            <a:ext cx="2949575" cy="4565912"/>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0" name="Picture 9">
            <a:extLst>
              <a:ext uri="{FF2B5EF4-FFF2-40B4-BE49-F238E27FC236}">
                <a16:creationId xmlns:a16="http://schemas.microsoft.com/office/drawing/2014/main" id="{74390FC3-3DC2-4EE6-A8E6-7A2C2DC6C36C}"/>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1" name="Title 1">
            <a:extLst>
              <a:ext uri="{FF2B5EF4-FFF2-40B4-BE49-F238E27FC236}">
                <a16:creationId xmlns:a16="http://schemas.microsoft.com/office/drawing/2014/main" id="{2B26EBCA-CB6D-4447-BEE7-EB92812EC828}"/>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50028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CF9D21-C506-435F-B055-16AF403BA6C4}"/>
              </a:ext>
            </a:extLst>
          </p:cNvPr>
          <p:cNvSpPr>
            <a:spLocks noGrp="1"/>
          </p:cNvSpPr>
          <p:nvPr>
            <p:ph idx="1"/>
          </p:nvPr>
        </p:nvSpPr>
        <p:spPr>
          <a:xfrm>
            <a:off x="630238" y="2057400"/>
            <a:ext cx="4629150" cy="4565912"/>
          </a:xfrm>
        </p:spPr>
        <p:txBody>
          <a:bodyPr/>
          <a:lstStyle>
            <a:lvl1pPr marL="228600" indent="-228600">
              <a:buFont typeface="Wingdings" panose="05000000000000000000" pitchFamily="2" charset="2"/>
              <a:buChar char="§"/>
              <a:defRPr sz="2800">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sz="2400">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sz="2000"/>
            </a:lvl3pPr>
            <a:lvl4pPr marL="1600200" indent="-228600">
              <a:buFont typeface="Wingdings" panose="05000000000000000000" pitchFamily="2" charset="2"/>
              <a:buChar char="§"/>
              <a:defRPr sz="1800"/>
            </a:lvl4pPr>
            <a:lvl5pPr marL="2057400" indent="-228600">
              <a:buFont typeface="Wingdings" panose="05000000000000000000" pitchFamily="2" charset="2"/>
              <a:buChar char="§"/>
              <a:defRPr sz="18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74390FC3-3DC2-4EE6-A8E6-7A2C2DC6C36C}"/>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1" name="Title 1">
            <a:extLst>
              <a:ext uri="{FF2B5EF4-FFF2-40B4-BE49-F238E27FC236}">
                <a16:creationId xmlns:a16="http://schemas.microsoft.com/office/drawing/2014/main" id="{2B26EBCA-CB6D-4447-BEE7-EB92812EC828}"/>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
        <p:nvSpPr>
          <p:cNvPr id="6" name="Text Placeholder 3">
            <a:extLst>
              <a:ext uri="{FF2B5EF4-FFF2-40B4-BE49-F238E27FC236}">
                <a16:creationId xmlns:a16="http://schemas.microsoft.com/office/drawing/2014/main" id="{A048D950-7CC0-458E-9C72-7F1D3D60F0DF}"/>
              </a:ext>
            </a:extLst>
          </p:cNvPr>
          <p:cNvSpPr>
            <a:spLocks noGrp="1"/>
          </p:cNvSpPr>
          <p:nvPr>
            <p:ph type="body" sz="half" idx="10"/>
          </p:nvPr>
        </p:nvSpPr>
        <p:spPr>
          <a:xfrm>
            <a:off x="5579889" y="2036936"/>
            <a:ext cx="2949575" cy="4565912"/>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306008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Lef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547DF5A-1D85-47E4-B730-5C5682024A35}"/>
              </a:ext>
            </a:extLst>
          </p:cNvPr>
          <p:cNvSpPr>
            <a:spLocks noGrp="1"/>
          </p:cNvSpPr>
          <p:nvPr>
            <p:ph type="pic" idx="1"/>
          </p:nvPr>
        </p:nvSpPr>
        <p:spPr>
          <a:xfrm>
            <a:off x="3887788" y="2057400"/>
            <a:ext cx="4629150" cy="45579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9A641E7-ECCC-44F3-AF98-94E08DC2D82F}"/>
              </a:ext>
            </a:extLst>
          </p:cNvPr>
          <p:cNvSpPr>
            <a:spLocks noGrp="1"/>
          </p:cNvSpPr>
          <p:nvPr>
            <p:ph type="body" sz="half" idx="2"/>
          </p:nvPr>
        </p:nvSpPr>
        <p:spPr>
          <a:xfrm>
            <a:off x="630238" y="2057400"/>
            <a:ext cx="2949575" cy="4557974"/>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0" name="Picture 9">
            <a:extLst>
              <a:ext uri="{FF2B5EF4-FFF2-40B4-BE49-F238E27FC236}">
                <a16:creationId xmlns:a16="http://schemas.microsoft.com/office/drawing/2014/main" id="{BEB280A4-E4E7-4E02-9A87-745C9528F1C3}"/>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1" name="Title 1">
            <a:extLst>
              <a:ext uri="{FF2B5EF4-FFF2-40B4-BE49-F238E27FC236}">
                <a16:creationId xmlns:a16="http://schemas.microsoft.com/office/drawing/2014/main" id="{DB336DFF-0B62-4F84-B219-82DA8B99AB3A}"/>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3140549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Right">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E1FD28FB-E2D1-4631-8058-294B09273999}"/>
              </a:ext>
            </a:extLst>
          </p:cNvPr>
          <p:cNvSpPr>
            <a:spLocks noGrp="1"/>
          </p:cNvSpPr>
          <p:nvPr>
            <p:ph type="pic" idx="10"/>
          </p:nvPr>
        </p:nvSpPr>
        <p:spPr>
          <a:xfrm>
            <a:off x="620345" y="2057400"/>
            <a:ext cx="4629150" cy="45579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9A641E7-ECCC-44F3-AF98-94E08DC2D82F}"/>
              </a:ext>
            </a:extLst>
          </p:cNvPr>
          <p:cNvSpPr>
            <a:spLocks noGrp="1"/>
          </p:cNvSpPr>
          <p:nvPr>
            <p:ph type="body" sz="half" idx="2"/>
          </p:nvPr>
        </p:nvSpPr>
        <p:spPr>
          <a:xfrm>
            <a:off x="5567363" y="2057400"/>
            <a:ext cx="2949575" cy="4557974"/>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0" name="Picture 9">
            <a:extLst>
              <a:ext uri="{FF2B5EF4-FFF2-40B4-BE49-F238E27FC236}">
                <a16:creationId xmlns:a16="http://schemas.microsoft.com/office/drawing/2014/main" id="{BEB280A4-E4E7-4E02-9A87-745C9528F1C3}"/>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1" name="Title 1">
            <a:extLst>
              <a:ext uri="{FF2B5EF4-FFF2-40B4-BE49-F238E27FC236}">
                <a16:creationId xmlns:a16="http://schemas.microsoft.com/office/drawing/2014/main" id="{DB336DFF-0B62-4F84-B219-82DA8B99AB3A}"/>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3519366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399C793-7AC9-4757-9914-6FBAC39A0FEF}"/>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9" name="Title 1">
            <a:extLst>
              <a:ext uri="{FF2B5EF4-FFF2-40B4-BE49-F238E27FC236}">
                <a16:creationId xmlns:a16="http://schemas.microsoft.com/office/drawing/2014/main" id="{4BC39D7E-A97E-4BB4-9D19-B3694BB7B231}"/>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571559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 Only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683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mpty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E53945-D35A-42DA-BE92-A93558FEBF1E}"/>
              </a:ext>
            </a:extLst>
          </p:cNvPr>
          <p:cNvPicPr>
            <a:picLocks noChangeAspect="1"/>
          </p:cNvPicPr>
          <p:nvPr userDrawn="1"/>
        </p:nvPicPr>
        <p:blipFill>
          <a:blip r:embed="rId2"/>
          <a:stretch>
            <a:fillRect/>
          </a:stretch>
        </p:blipFill>
        <p:spPr>
          <a:xfrm>
            <a:off x="0" y="0"/>
            <a:ext cx="9142570" cy="6856392"/>
          </a:xfrm>
          <a:prstGeom prst="rect">
            <a:avLst/>
          </a:prstGeom>
        </p:spPr>
      </p:pic>
    </p:spTree>
    <p:extLst>
      <p:ext uri="{BB962C8B-B14F-4D97-AF65-F5344CB8AC3E}">
        <p14:creationId xmlns:p14="http://schemas.microsoft.com/office/powerpoint/2010/main" val="3335265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A303D8D-0EDB-41F6-B4DB-CC4B5EE058E0}"/>
              </a:ext>
            </a:extLst>
          </p:cNvPr>
          <p:cNvPicPr>
            <a:picLocks noChangeAspect="1"/>
          </p:cNvPicPr>
          <p:nvPr userDrawn="1"/>
        </p:nvPicPr>
        <p:blipFill rotWithShape="1">
          <a:blip r:embed="rId14"/>
          <a:srcRect b="84129"/>
          <a:stretch/>
        </p:blipFill>
        <p:spPr>
          <a:xfrm>
            <a:off x="1430" y="1609"/>
            <a:ext cx="9142570" cy="1088155"/>
          </a:xfrm>
          <a:prstGeom prst="rect">
            <a:avLst/>
          </a:prstGeom>
        </p:spPr>
      </p:pic>
      <p:sp>
        <p:nvSpPr>
          <p:cNvPr id="2" name="Title Placeholder 1">
            <a:extLst>
              <a:ext uri="{FF2B5EF4-FFF2-40B4-BE49-F238E27FC236}">
                <a16:creationId xmlns:a16="http://schemas.microsoft.com/office/drawing/2014/main" id="{10FC6FBC-4483-4B5E-92A0-380E1891E52E}"/>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32472488-DD78-470E-B80C-585120F7CB7F}"/>
              </a:ext>
            </a:extLst>
          </p:cNvPr>
          <p:cNvSpPr>
            <a:spLocks noGrp="1"/>
          </p:cNvSpPr>
          <p:nvPr>
            <p:ph type="body" idx="1"/>
          </p:nvPr>
        </p:nvSpPr>
        <p:spPr>
          <a:xfrm>
            <a:off x="628650" y="1903956"/>
            <a:ext cx="7886700" cy="471141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532877168"/>
      </p:ext>
    </p:extLst>
  </p:cSld>
  <p:clrMap bg1="lt1" tx1="dk1" bg2="lt2" tx2="dk2" accent1="accent1" accent2="accent2" accent3="accent3" accent4="accent4" accent5="accent5" accent6="accent6" hlink="hlink" folHlink="folHlink"/>
  <p:sldLayoutIdLst>
    <p:sldLayoutId id="2147483668" r:id="rId1"/>
    <p:sldLayoutId id="2147483682" r:id="rId2"/>
    <p:sldLayoutId id="2147483674" r:id="rId3"/>
    <p:sldLayoutId id="2147483671" r:id="rId4"/>
    <p:sldLayoutId id="2147483672" r:id="rId5"/>
    <p:sldLayoutId id="2147483675" r:id="rId6"/>
    <p:sldLayoutId id="2147483679" r:id="rId7"/>
    <p:sldLayoutId id="2147483676" r:id="rId8"/>
    <p:sldLayoutId id="2147483680" r:id="rId9"/>
    <p:sldLayoutId id="2147483673" r:id="rId10"/>
    <p:sldLayoutId id="2147483677" r:id="rId11"/>
    <p:sldLayoutId id="2147483681" r:id="rId12"/>
  </p:sldLayoutIdLst>
  <p:txStyles>
    <p:titleStyle>
      <a:lvl1pPr algn="l" defTabSz="914400" rtl="0" eaLnBrk="1" latinLnBrk="0" hangingPunct="1">
        <a:lnSpc>
          <a:spcPct val="90000"/>
        </a:lnSpc>
        <a:spcBef>
          <a:spcPct val="0"/>
        </a:spcBef>
        <a:buNone/>
        <a:defRPr sz="2400" b="1"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6F4BE9-39A3-4103-898D-8798F768518D}"/>
              </a:ext>
            </a:extLst>
          </p:cNvPr>
          <p:cNvSpPr>
            <a:spLocks noGrp="1"/>
          </p:cNvSpPr>
          <p:nvPr>
            <p:ph type="body" idx="1"/>
          </p:nvPr>
        </p:nvSpPr>
        <p:spPr>
          <a:xfrm>
            <a:off x="362887" y="4059230"/>
            <a:ext cx="8573209" cy="1370726"/>
          </a:xfrm>
        </p:spPr>
        <p:txBody>
          <a:bodyPr/>
          <a:lstStyle/>
          <a:p>
            <a:r>
              <a:rPr lang="en-GB" sz="3200" dirty="0" smtClean="0"/>
              <a:t>INTRODUCTION SESSION </a:t>
            </a:r>
          </a:p>
          <a:p>
            <a:r>
              <a:rPr lang="en-GB" sz="1800" dirty="0" smtClean="0"/>
              <a:t>(THE DATA PROFESSIONAL &amp; </a:t>
            </a:r>
          </a:p>
          <a:p>
            <a:r>
              <a:rPr lang="en-GB" sz="1800" dirty="0" smtClean="0"/>
              <a:t>DATA SCIENCE)</a:t>
            </a:r>
            <a:endParaRPr lang="en-GB" sz="1800" dirty="0"/>
          </a:p>
        </p:txBody>
      </p:sp>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a:xfrm>
            <a:off x="564968" y="1896134"/>
            <a:ext cx="7886700" cy="1117800"/>
          </a:xfrm>
        </p:spPr>
        <p:txBody>
          <a:bodyPr/>
          <a:lstStyle/>
          <a:p>
            <a:r>
              <a:rPr lang="en-GB" sz="6000" dirty="0" smtClean="0"/>
              <a:t>UNIT 1 - Seminar </a:t>
            </a:r>
            <a:endParaRPr lang="en-GB" sz="6000" dirty="0"/>
          </a:p>
        </p:txBody>
      </p:sp>
    </p:spTree>
    <p:extLst>
      <p:ext uri="{BB962C8B-B14F-4D97-AF65-F5344CB8AC3E}">
        <p14:creationId xmlns:p14="http://schemas.microsoft.com/office/powerpoint/2010/main" val="25411321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1460998992"/>
              </p:ext>
            </p:extLst>
          </p:nvPr>
        </p:nvGraphicFramePr>
        <p:xfrm>
          <a:off x="362887" y="2297928"/>
          <a:ext cx="8573209" cy="3828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a:xfrm>
            <a:off x="780891" y="1389166"/>
            <a:ext cx="7886700" cy="923901"/>
          </a:xfrm>
        </p:spPr>
        <p:txBody>
          <a:bodyPr/>
          <a:lstStyle/>
          <a:p>
            <a:r>
              <a:rPr lang="en-GB" sz="3200" dirty="0" smtClean="0"/>
              <a:t>Learning outcomes </a:t>
            </a:r>
            <a:endParaRPr lang="en-GB" sz="3200" dirty="0"/>
          </a:p>
        </p:txBody>
      </p:sp>
    </p:spTree>
    <p:extLst>
      <p:ext uri="{BB962C8B-B14F-4D97-AF65-F5344CB8AC3E}">
        <p14:creationId xmlns:p14="http://schemas.microsoft.com/office/powerpoint/2010/main" val="39946150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2700" dirty="0" smtClean="0"/>
              <a:t> </a:t>
            </a:r>
            <a:br>
              <a:rPr lang="en-GB" sz="2700" dirty="0" smtClean="0"/>
            </a:br>
            <a:r>
              <a:rPr lang="en-US" sz="2700" dirty="0" smtClean="0"/>
              <a:t>On </a:t>
            </a:r>
            <a:r>
              <a:rPr lang="en-US" sz="2700" dirty="0"/>
              <a:t>completion of this unit you will be </a:t>
            </a:r>
            <a:r>
              <a:rPr lang="en-US" sz="2700" dirty="0" smtClean="0"/>
              <a:t>able to:</a:t>
            </a:r>
            <a:r>
              <a:rPr lang="en-US" sz="3200" dirty="0"/>
              <a:t/>
            </a:r>
            <a:br>
              <a:rPr lang="en-US" sz="3200" dirty="0"/>
            </a:br>
            <a:endParaRPr lang="en-GB" sz="3200" dirty="0"/>
          </a:p>
        </p:txBody>
      </p:sp>
      <p:sp>
        <p:nvSpPr>
          <p:cNvPr id="2" name="Text Placeholder 1">
            <a:extLst>
              <a:ext uri="{FF2B5EF4-FFF2-40B4-BE49-F238E27FC236}">
                <a16:creationId xmlns:a16="http://schemas.microsoft.com/office/drawing/2014/main" id="{4D6F4BE9-39A3-4103-898D-8798F768518D}"/>
              </a:ext>
            </a:extLst>
          </p:cNvPr>
          <p:cNvSpPr>
            <a:spLocks noGrp="1"/>
          </p:cNvSpPr>
          <p:nvPr>
            <p:ph sz="half" idx="1"/>
          </p:nvPr>
        </p:nvSpPr>
        <p:spPr/>
        <p:txBody>
          <a:bodyPr>
            <a:normAutofit fontScale="25000" lnSpcReduction="20000"/>
          </a:bodyPr>
          <a:lstStyle/>
          <a:p>
            <a:r>
              <a:rPr lang="en-US" sz="7200" dirty="0" smtClean="0"/>
              <a:t>Have </a:t>
            </a:r>
            <a:r>
              <a:rPr lang="en-US" sz="7200" dirty="0"/>
              <a:t>better understanding about the role a data scientist can play in future industry</a:t>
            </a:r>
            <a:r>
              <a:rPr lang="en-US" sz="7200" dirty="0" smtClean="0"/>
              <a:t>.</a:t>
            </a:r>
          </a:p>
          <a:p>
            <a:endParaRPr lang="en-US" sz="7200" dirty="0" smtClean="0"/>
          </a:p>
          <a:p>
            <a:endParaRPr lang="en-US" sz="7200" dirty="0" smtClean="0"/>
          </a:p>
          <a:p>
            <a:endParaRPr lang="en-US" sz="7200" dirty="0"/>
          </a:p>
          <a:p>
            <a:endParaRPr lang="en-US" sz="7200" dirty="0" smtClean="0"/>
          </a:p>
          <a:p>
            <a:endParaRPr lang="en-US" sz="7200" dirty="0"/>
          </a:p>
          <a:p>
            <a:r>
              <a:rPr lang="en-US" sz="7200" dirty="0"/>
              <a:t>Be able to relate with the skill sets required to become a data professional.</a:t>
            </a:r>
          </a:p>
          <a:p>
            <a:endParaRPr lang="en-US" sz="7200" dirty="0" smtClean="0"/>
          </a:p>
          <a:p>
            <a:endParaRPr lang="en-US" sz="7200" dirty="0"/>
          </a:p>
          <a:p>
            <a:endParaRPr lang="en-US" sz="7200" dirty="0" smtClean="0"/>
          </a:p>
          <a:p>
            <a:endParaRPr lang="en-US" sz="7200" dirty="0" smtClean="0"/>
          </a:p>
          <a:p>
            <a:r>
              <a:rPr lang="en-US" sz="7200" dirty="0" smtClean="0"/>
              <a:t>Understand </a:t>
            </a:r>
            <a:r>
              <a:rPr lang="en-US" sz="7200" dirty="0"/>
              <a:t>the role of big data on society, particularly in relation to privacy and governance.</a:t>
            </a:r>
          </a:p>
          <a:p>
            <a:pPr marL="457200" indent="-457200" algn="l">
              <a:buFont typeface="Arial"/>
              <a:buChar char="•"/>
            </a:pPr>
            <a:endParaRPr lang="en-GB" sz="7200" dirty="0" smtClean="0"/>
          </a:p>
          <a:p>
            <a:pPr marL="457200" indent="-457200" algn="l">
              <a:buFont typeface="Arial"/>
              <a:buChar char="•"/>
            </a:pPr>
            <a:endParaRPr lang="en-GB" sz="7200" dirty="0" smtClean="0"/>
          </a:p>
          <a:p>
            <a:pPr marL="457200" indent="-457200" algn="l">
              <a:buFont typeface="Arial"/>
              <a:buChar char="•"/>
            </a:pPr>
            <a:endParaRPr lang="en-GB" sz="7200" dirty="0" smtClean="0"/>
          </a:p>
          <a:p>
            <a:pPr marL="457200" indent="-457200" algn="l">
              <a:buFont typeface="Arial"/>
              <a:buChar char="•"/>
            </a:pPr>
            <a:endParaRPr lang="en-GB" sz="3200" dirty="0" smtClean="0"/>
          </a:p>
          <a:p>
            <a:pPr marL="0" indent="0">
              <a:buNone/>
            </a:pPr>
            <a:r>
              <a:rPr lang="en-GB" sz="3200" dirty="0" smtClean="0"/>
              <a:t> </a:t>
            </a:r>
          </a:p>
          <a:p>
            <a:pPr marL="0" indent="0">
              <a:buNone/>
            </a:pPr>
            <a:r>
              <a:rPr lang="en-GB" sz="3200" dirty="0" smtClean="0"/>
              <a:t> </a:t>
            </a:r>
            <a:endParaRPr lang="en-GB" sz="3200" dirty="0"/>
          </a:p>
        </p:txBody>
      </p:sp>
    </p:spTree>
    <p:extLst>
      <p:ext uri="{BB962C8B-B14F-4D97-AF65-F5344CB8AC3E}">
        <p14:creationId xmlns:p14="http://schemas.microsoft.com/office/powerpoint/2010/main" val="41871614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2700" dirty="0" smtClean="0"/>
              <a:t> </a:t>
            </a:r>
            <a:br>
              <a:rPr lang="en-GB" sz="2700" dirty="0" smtClean="0"/>
            </a:br>
            <a:r>
              <a:rPr lang="en-US" sz="2700" dirty="0" smtClean="0"/>
              <a:t>On </a:t>
            </a:r>
            <a:r>
              <a:rPr lang="en-US" sz="2700" dirty="0"/>
              <a:t>completion of this </a:t>
            </a:r>
            <a:r>
              <a:rPr lang="en-US" sz="2700" dirty="0" smtClean="0"/>
              <a:t>Module:</a:t>
            </a:r>
            <a:r>
              <a:rPr lang="en-US" sz="3200" dirty="0"/>
              <a:t/>
            </a:r>
            <a:br>
              <a:rPr lang="en-US" sz="3200" dirty="0"/>
            </a:br>
            <a:endParaRPr lang="en-GB" sz="3200" dirty="0"/>
          </a:p>
        </p:txBody>
      </p:sp>
      <p:sp>
        <p:nvSpPr>
          <p:cNvPr id="2" name="Text Placeholder 1">
            <a:extLst>
              <a:ext uri="{FF2B5EF4-FFF2-40B4-BE49-F238E27FC236}">
                <a16:creationId xmlns:a16="http://schemas.microsoft.com/office/drawing/2014/main" id="{4D6F4BE9-39A3-4103-898D-8798F768518D}"/>
              </a:ext>
            </a:extLst>
          </p:cNvPr>
          <p:cNvSpPr>
            <a:spLocks noGrp="1"/>
          </p:cNvSpPr>
          <p:nvPr>
            <p:ph sz="half" idx="1"/>
          </p:nvPr>
        </p:nvSpPr>
        <p:spPr/>
        <p:txBody>
          <a:bodyPr>
            <a:normAutofit fontScale="25000" lnSpcReduction="20000"/>
          </a:bodyPr>
          <a:lstStyle/>
          <a:p>
            <a:pPr marL="457200" indent="-457200" algn="just">
              <a:buFont typeface="Arial"/>
              <a:buChar char="•"/>
            </a:pPr>
            <a:r>
              <a:rPr lang="en-US" sz="7200" dirty="0"/>
              <a:t>Demonstrate a critical awareness of roles and responsibilities (legal, ethical, social and professional) of a Data Science professional</a:t>
            </a:r>
            <a:r>
              <a:rPr lang="en-US" sz="7200" dirty="0" smtClean="0"/>
              <a:t>.</a:t>
            </a:r>
          </a:p>
          <a:p>
            <a:pPr marL="0" indent="0" algn="just">
              <a:buNone/>
            </a:pPr>
            <a:endParaRPr lang="en-US" sz="7200" dirty="0" smtClean="0"/>
          </a:p>
          <a:p>
            <a:pPr marL="0" indent="0" algn="just">
              <a:buNone/>
            </a:pPr>
            <a:endParaRPr lang="en-US" sz="7200" dirty="0"/>
          </a:p>
          <a:p>
            <a:pPr marL="457200" indent="-457200" algn="just">
              <a:buFont typeface="Arial"/>
              <a:buChar char="•"/>
            </a:pPr>
            <a:r>
              <a:rPr lang="en-US" sz="7200" dirty="0"/>
              <a:t>Critically </a:t>
            </a:r>
            <a:r>
              <a:rPr lang="en-US" sz="7200" dirty="0" smtClean="0"/>
              <a:t>Analyze </a:t>
            </a:r>
            <a:r>
              <a:rPr lang="en-US" sz="7200" dirty="0"/>
              <a:t>architecture, design, development methodology, querying and the lifecycle of managing large-scale datasets.</a:t>
            </a:r>
          </a:p>
          <a:p>
            <a:pPr marL="457200" indent="-457200" algn="just">
              <a:buFont typeface="Arial"/>
              <a:buChar char="•"/>
            </a:pPr>
            <a:endParaRPr lang="en-US" sz="7200" dirty="0" smtClean="0"/>
          </a:p>
          <a:p>
            <a:pPr marL="0" indent="0" algn="just">
              <a:buNone/>
            </a:pPr>
            <a:endParaRPr lang="en-US" sz="7200" dirty="0" smtClean="0"/>
          </a:p>
          <a:p>
            <a:pPr marL="457200" indent="-457200" algn="just">
              <a:buFont typeface="Arial"/>
              <a:buChar char="•"/>
            </a:pPr>
            <a:r>
              <a:rPr lang="en-US" sz="7200" dirty="0" smtClean="0"/>
              <a:t>Distinguish </a:t>
            </a:r>
            <a:r>
              <a:rPr lang="en-US" sz="7200" dirty="0"/>
              <a:t>between and critically reflect on the solutions of various data analytics approaches which support the business decision-making process.</a:t>
            </a:r>
          </a:p>
          <a:p>
            <a:pPr marL="457200" indent="-457200" algn="just">
              <a:buFont typeface="Arial"/>
              <a:buChar char="•"/>
            </a:pPr>
            <a:endParaRPr lang="en-US" sz="7200" dirty="0" smtClean="0"/>
          </a:p>
          <a:p>
            <a:pPr marL="457200" indent="-457200" algn="just">
              <a:buFont typeface="Arial"/>
              <a:buChar char="•"/>
            </a:pPr>
            <a:endParaRPr lang="en-US" sz="7200" dirty="0"/>
          </a:p>
          <a:p>
            <a:pPr marL="457200" indent="-457200" algn="just">
              <a:buFont typeface="Arial"/>
              <a:buChar char="•"/>
            </a:pPr>
            <a:r>
              <a:rPr lang="en-US" sz="7200" dirty="0" smtClean="0"/>
              <a:t>Apply </a:t>
            </a:r>
            <a:r>
              <a:rPr lang="en-US" sz="7200" dirty="0"/>
              <a:t>and evaluate critically the various methods, tools, technologies, and success factors applied to a data science project in order to develop an effective plan and delivery of solutions to a business problem.</a:t>
            </a:r>
            <a:endParaRPr lang="en-GB" sz="7200" dirty="0" smtClean="0"/>
          </a:p>
          <a:p>
            <a:pPr marL="457200" indent="-457200" algn="l">
              <a:buFont typeface="Arial"/>
              <a:buChar char="•"/>
            </a:pPr>
            <a:endParaRPr lang="en-GB" sz="7200" dirty="0" smtClean="0"/>
          </a:p>
          <a:p>
            <a:pPr marL="457200" indent="-457200" algn="l">
              <a:buFont typeface="Arial"/>
              <a:buChar char="•"/>
            </a:pPr>
            <a:endParaRPr lang="en-GB" sz="7200" dirty="0" smtClean="0"/>
          </a:p>
          <a:p>
            <a:pPr marL="457200" indent="-457200" algn="l">
              <a:buFont typeface="Arial"/>
              <a:buChar char="•"/>
            </a:pPr>
            <a:endParaRPr lang="en-GB" sz="3200" dirty="0" smtClean="0"/>
          </a:p>
          <a:p>
            <a:pPr marL="0" indent="0">
              <a:buNone/>
            </a:pPr>
            <a:r>
              <a:rPr lang="en-GB" sz="3200" dirty="0" smtClean="0"/>
              <a:t> </a:t>
            </a:r>
          </a:p>
          <a:p>
            <a:pPr marL="0" indent="0">
              <a:buNone/>
            </a:pPr>
            <a:r>
              <a:rPr lang="en-GB" sz="3200" dirty="0" smtClean="0"/>
              <a:t> </a:t>
            </a:r>
            <a:endParaRPr lang="en-GB" sz="3200" dirty="0"/>
          </a:p>
        </p:txBody>
      </p:sp>
    </p:spTree>
    <p:extLst>
      <p:ext uri="{BB962C8B-B14F-4D97-AF65-F5344CB8AC3E}">
        <p14:creationId xmlns:p14="http://schemas.microsoft.com/office/powerpoint/2010/main" val="22878161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Autofit/>
          </a:bodyPr>
          <a:lstStyle/>
          <a:p>
            <a:r>
              <a:rPr lang="en-GB" sz="3200" dirty="0" smtClean="0"/>
              <a:t>Announcements</a:t>
            </a:r>
            <a:endParaRPr lang="en-GB" sz="3200" dirty="0"/>
          </a:p>
        </p:txBody>
      </p:sp>
      <p:sp>
        <p:nvSpPr>
          <p:cNvPr id="2" name="Content Placeholder 1"/>
          <p:cNvSpPr>
            <a:spLocks noGrp="1"/>
          </p:cNvSpPr>
          <p:nvPr>
            <p:ph sz="half" idx="1"/>
          </p:nvPr>
        </p:nvSpPr>
        <p:spPr/>
        <p:txBody>
          <a:bodyPr/>
          <a:lstStyle/>
          <a:p>
            <a:pPr algn="just"/>
            <a:r>
              <a:rPr lang="en-US" dirty="0" smtClean="0"/>
              <a:t>A UML workshop is scheduled in the week beginning 20</a:t>
            </a:r>
            <a:r>
              <a:rPr lang="en-US" baseline="30000" dirty="0" smtClean="0"/>
              <a:t>th</a:t>
            </a:r>
            <a:r>
              <a:rPr lang="en-US" dirty="0" smtClean="0"/>
              <a:t> of March. The actual date will be confirmed in due course.</a:t>
            </a:r>
          </a:p>
          <a:p>
            <a:r>
              <a:rPr lang="en-US" dirty="0" smtClean="0"/>
              <a:t>  </a:t>
            </a:r>
            <a:endParaRPr lang="en-GB" dirty="0"/>
          </a:p>
        </p:txBody>
      </p:sp>
    </p:spTree>
    <p:extLst>
      <p:ext uri="{BB962C8B-B14F-4D97-AF65-F5344CB8AC3E}">
        <p14:creationId xmlns:p14="http://schemas.microsoft.com/office/powerpoint/2010/main" val="32761194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3200" dirty="0" smtClean="0"/>
              <a:t>Assignment  submission guidelines</a:t>
            </a:r>
            <a:endParaRPr lang="en-GB" sz="3200" dirty="0"/>
          </a:p>
        </p:txBody>
      </p:sp>
      <p:sp>
        <p:nvSpPr>
          <p:cNvPr id="2" name="Content Placeholder 1"/>
          <p:cNvSpPr>
            <a:spLocks noGrp="1"/>
          </p:cNvSpPr>
          <p:nvPr>
            <p:ph sz="half" idx="1"/>
          </p:nvPr>
        </p:nvSpPr>
        <p:spPr/>
        <p:txBody>
          <a:bodyPr>
            <a:normAutofit fontScale="25000" lnSpcReduction="20000"/>
          </a:bodyPr>
          <a:lstStyle/>
          <a:p>
            <a:r>
              <a:rPr lang="en-US" sz="7200" dirty="0" smtClean="0"/>
              <a:t>Collaborative Learning Discussion 1 summary </a:t>
            </a:r>
            <a:r>
              <a:rPr lang="en-US" sz="7200" dirty="0" smtClean="0"/>
              <a:t>13</a:t>
            </a:r>
            <a:r>
              <a:rPr lang="en-US" sz="7200" baseline="30000" dirty="0" smtClean="0"/>
              <a:t>th</a:t>
            </a:r>
            <a:r>
              <a:rPr lang="en-US" sz="7200" dirty="0" smtClean="0"/>
              <a:t> Feb. </a:t>
            </a:r>
            <a:r>
              <a:rPr lang="en-US" sz="7200" dirty="0" smtClean="0"/>
              <a:t>- 23:55 hours </a:t>
            </a:r>
          </a:p>
          <a:p>
            <a:pPr marL="0" indent="0">
              <a:buNone/>
            </a:pPr>
            <a:endParaRPr lang="en-US" sz="7200" dirty="0" smtClean="0"/>
          </a:p>
          <a:p>
            <a:r>
              <a:rPr lang="en-US" sz="7200" dirty="0" smtClean="0"/>
              <a:t>OVERALL – 10%  of the module assignment</a:t>
            </a:r>
          </a:p>
          <a:p>
            <a:endParaRPr lang="en-US" dirty="0" smtClean="0"/>
          </a:p>
          <a:p>
            <a:r>
              <a:rPr lang="en-US" sz="5600" dirty="0"/>
              <a:t>Knowledge and Understanding (weighted at 25%) </a:t>
            </a:r>
            <a:endParaRPr lang="en-US" sz="5600" dirty="0" smtClean="0"/>
          </a:p>
          <a:p>
            <a:endParaRPr lang="en-US" sz="5600" dirty="0"/>
          </a:p>
          <a:p>
            <a:r>
              <a:rPr lang="en-US" sz="5600" dirty="0"/>
              <a:t>Collaboration (weighted at 25%) </a:t>
            </a:r>
            <a:br>
              <a:rPr lang="en-US" sz="5600" dirty="0"/>
            </a:br>
            <a:endParaRPr lang="en-US" sz="5600" dirty="0"/>
          </a:p>
          <a:p>
            <a:endParaRPr lang="en-US" sz="5600" dirty="0" smtClean="0"/>
          </a:p>
          <a:p>
            <a:r>
              <a:rPr lang="en-US" sz="5600" dirty="0" smtClean="0"/>
              <a:t>Criticality</a:t>
            </a:r>
            <a:r>
              <a:rPr lang="en-US" sz="5600" dirty="0"/>
              <a:t> (weighted at 20%) </a:t>
            </a:r>
            <a:br>
              <a:rPr lang="en-US" sz="5600" dirty="0"/>
            </a:br>
            <a:endParaRPr lang="en-US" sz="5600" dirty="0"/>
          </a:p>
          <a:p>
            <a:endParaRPr lang="en-US" sz="5600" dirty="0" smtClean="0"/>
          </a:p>
          <a:p>
            <a:r>
              <a:rPr lang="en-US" sz="5600" dirty="0" smtClean="0"/>
              <a:t>Structure </a:t>
            </a:r>
            <a:r>
              <a:rPr lang="en-US" sz="5600" dirty="0"/>
              <a:t>and Presentation (weighted at 10%) </a:t>
            </a:r>
            <a:br>
              <a:rPr lang="en-US" sz="5600" dirty="0"/>
            </a:br>
            <a:endParaRPr lang="en-US" sz="5600" dirty="0" smtClean="0"/>
          </a:p>
          <a:p>
            <a:endParaRPr lang="en-US" sz="5600" dirty="0"/>
          </a:p>
          <a:p>
            <a:r>
              <a:rPr lang="en-US" sz="5600" dirty="0"/>
              <a:t>Academic integrity (weighted at 10%) </a:t>
            </a:r>
            <a:br>
              <a:rPr lang="en-US" sz="5600" dirty="0"/>
            </a:br>
            <a:endParaRPr lang="en-US" sz="5600" dirty="0"/>
          </a:p>
          <a:p>
            <a:endParaRPr lang="en-US" sz="5600" dirty="0" smtClean="0"/>
          </a:p>
          <a:p>
            <a:r>
              <a:rPr lang="en-US" sz="5600" dirty="0" smtClean="0"/>
              <a:t>Use </a:t>
            </a:r>
            <a:r>
              <a:rPr lang="en-US" sz="5600" dirty="0"/>
              <a:t>of relevant sources (weighted at 10%) </a:t>
            </a:r>
          </a:p>
          <a:p>
            <a:endParaRPr lang="en-US" dirty="0" smtClean="0"/>
          </a:p>
          <a:p>
            <a:pPr marL="0" indent="0">
              <a:buNone/>
            </a:pPr>
            <a:endParaRPr lang="en-US" dirty="0"/>
          </a:p>
          <a:p>
            <a:pPr marL="0" indent="0">
              <a:buNone/>
            </a:pPr>
            <a:r>
              <a:rPr lang="en-US" dirty="0" smtClean="0"/>
              <a:t> </a:t>
            </a:r>
            <a:endParaRPr lang="en-GB" dirty="0"/>
          </a:p>
        </p:txBody>
      </p:sp>
    </p:spTree>
    <p:extLst>
      <p:ext uri="{BB962C8B-B14F-4D97-AF65-F5344CB8AC3E}">
        <p14:creationId xmlns:p14="http://schemas.microsoft.com/office/powerpoint/2010/main" val="6343128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3200" dirty="0" smtClean="0"/>
              <a:t>Assignment  submission guidelines</a:t>
            </a:r>
            <a:endParaRPr lang="en-GB" sz="3200" dirty="0"/>
          </a:p>
        </p:txBody>
      </p:sp>
      <p:sp>
        <p:nvSpPr>
          <p:cNvPr id="2" name="Content Placeholder 1"/>
          <p:cNvSpPr>
            <a:spLocks noGrp="1"/>
          </p:cNvSpPr>
          <p:nvPr>
            <p:ph sz="half" idx="1"/>
          </p:nvPr>
        </p:nvSpPr>
        <p:spPr>
          <a:xfrm>
            <a:off x="265395" y="1825624"/>
            <a:ext cx="8552033" cy="4789749"/>
          </a:xfrm>
        </p:spPr>
        <p:txBody>
          <a:bodyPr>
            <a:noAutofit/>
          </a:bodyPr>
          <a:lstStyle/>
          <a:p>
            <a:pPr marL="0" indent="0">
              <a:buNone/>
            </a:pPr>
            <a:r>
              <a:rPr lang="en-US" sz="1400" dirty="0"/>
              <a:t>Collaborative Learning Discussion </a:t>
            </a:r>
            <a:r>
              <a:rPr lang="en-US" sz="1400" dirty="0" smtClean="0"/>
              <a:t>2 -  </a:t>
            </a:r>
            <a:r>
              <a:rPr lang="en-US" sz="1400" dirty="0" smtClean="0"/>
              <a:t>20</a:t>
            </a:r>
            <a:r>
              <a:rPr lang="en-US" sz="1400" baseline="30000" dirty="0" smtClean="0"/>
              <a:t>th</a:t>
            </a:r>
            <a:r>
              <a:rPr lang="en-US" sz="1400" dirty="0" smtClean="0"/>
              <a:t> March </a:t>
            </a:r>
            <a:r>
              <a:rPr lang="en-US" sz="1400" dirty="0" smtClean="0"/>
              <a:t>23:55</a:t>
            </a:r>
            <a:endParaRPr lang="en-US" sz="1400" dirty="0"/>
          </a:p>
          <a:p>
            <a:pPr marL="0" indent="0">
              <a:buNone/>
            </a:pPr>
            <a:r>
              <a:rPr lang="en-US" sz="1400" dirty="0"/>
              <a:t>Discussion Topic</a:t>
            </a:r>
          </a:p>
          <a:p>
            <a:pPr marL="0" indent="0">
              <a:buNone/>
            </a:pPr>
            <a:r>
              <a:rPr lang="en-US" sz="1400" dirty="0"/>
              <a:t>Download and Read ‘Communication: Data protection rules as a trust-enabler in the EU and beyond – taking stock (COM/2019/374</a:t>
            </a:r>
            <a:r>
              <a:rPr lang="en-US" sz="1400" dirty="0" smtClean="0"/>
              <a:t>)’.</a:t>
            </a:r>
            <a:endParaRPr lang="en-US" sz="1400" dirty="0"/>
          </a:p>
          <a:p>
            <a:pPr marL="0" indent="0">
              <a:buNone/>
            </a:pPr>
            <a:r>
              <a:rPr lang="en-US" sz="1400" dirty="0"/>
              <a:t>Also read the GDPR Regulation at: Regulation (EU) 2016/679</a:t>
            </a:r>
            <a:r>
              <a:rPr lang="en-US" sz="1400" dirty="0" smtClean="0"/>
              <a:t>.</a:t>
            </a:r>
            <a:endParaRPr lang="en-US" sz="1400" dirty="0"/>
          </a:p>
          <a:p>
            <a:pPr marL="0" indent="0">
              <a:buNone/>
            </a:pPr>
            <a:r>
              <a:rPr lang="en-US" sz="1400" dirty="0"/>
              <a:t>Now review your (or an) </a:t>
            </a:r>
            <a:r>
              <a:rPr lang="en-US" sz="1400" dirty="0" err="1"/>
              <a:t>organisation’s</a:t>
            </a:r>
            <a:r>
              <a:rPr lang="en-US" sz="1400" dirty="0"/>
              <a:t> IT Code of Conduct and reflect on</a:t>
            </a:r>
            <a:r>
              <a:rPr lang="en-US" sz="1400" dirty="0" smtClean="0"/>
              <a:t>:</a:t>
            </a:r>
            <a:endParaRPr lang="en-US" sz="1400" dirty="0"/>
          </a:p>
          <a:p>
            <a:pPr marL="0" indent="0">
              <a:buNone/>
            </a:pPr>
            <a:r>
              <a:rPr lang="en-US" sz="1400" dirty="0" smtClean="0"/>
              <a:t>Guidelines </a:t>
            </a:r>
            <a:r>
              <a:rPr lang="en-US" sz="1400" dirty="0"/>
              <a:t>for discussion responses</a:t>
            </a:r>
          </a:p>
          <a:p>
            <a:pPr marL="0" indent="0">
              <a:buNone/>
            </a:pPr>
            <a:r>
              <a:rPr lang="en-US" sz="1400" dirty="0" smtClean="0"/>
              <a:t>Your </a:t>
            </a:r>
            <a:r>
              <a:rPr lang="en-US" sz="1400" dirty="0"/>
              <a:t>summary post is graded according to the grading criteria found on the Module Resources page</a:t>
            </a:r>
            <a:r>
              <a:rPr lang="en-US" sz="1400" dirty="0" smtClean="0"/>
              <a:t>:</a:t>
            </a:r>
            <a:endParaRPr lang="en-US" sz="1400" dirty="0"/>
          </a:p>
          <a:p>
            <a:pPr marL="0" indent="0">
              <a:buNone/>
            </a:pPr>
            <a:r>
              <a:rPr lang="en-US" sz="1400" dirty="0"/>
              <a:t>Knowledge and Understanding (weighted at 25%) </a:t>
            </a:r>
          </a:p>
          <a:p>
            <a:pPr marL="0" indent="0">
              <a:buNone/>
            </a:pPr>
            <a:r>
              <a:rPr lang="en-US" sz="1400" dirty="0"/>
              <a:t>Collaboration (weighted at 25%) </a:t>
            </a:r>
          </a:p>
          <a:p>
            <a:pPr marL="0" indent="0">
              <a:buNone/>
            </a:pPr>
            <a:r>
              <a:rPr lang="en-US" sz="1400" dirty="0"/>
              <a:t>Criticality (weighted at 20%) </a:t>
            </a:r>
          </a:p>
          <a:p>
            <a:pPr marL="0" indent="0">
              <a:buNone/>
            </a:pPr>
            <a:r>
              <a:rPr lang="en-US" sz="1400" dirty="0"/>
              <a:t>Structure and Presentation (weighted at 10%) </a:t>
            </a:r>
          </a:p>
          <a:p>
            <a:pPr marL="0" indent="0">
              <a:buNone/>
            </a:pPr>
            <a:r>
              <a:rPr lang="en-US" sz="1400" dirty="0"/>
              <a:t>Academic integrity (weighted at 10%) </a:t>
            </a:r>
          </a:p>
          <a:p>
            <a:pPr marL="0" indent="0">
              <a:buNone/>
            </a:pPr>
            <a:r>
              <a:rPr lang="en-US" sz="1400" dirty="0"/>
              <a:t>Use of relevant sources (weighted at 10%) </a:t>
            </a:r>
          </a:p>
          <a:p>
            <a:pPr marL="0" indent="0">
              <a:buNone/>
            </a:pPr>
            <a:r>
              <a:rPr lang="en-US" sz="1400" dirty="0"/>
              <a:t>Academic Integrity and Plagiarism</a:t>
            </a:r>
          </a:p>
          <a:p>
            <a:pPr marL="0" indent="0">
              <a:buNone/>
            </a:pPr>
            <a:r>
              <a:rPr lang="en-US" sz="1400" dirty="0" smtClean="0"/>
              <a:t> </a:t>
            </a:r>
            <a:endParaRPr lang="en-GB" sz="1400" dirty="0"/>
          </a:p>
        </p:txBody>
      </p:sp>
    </p:spTree>
    <p:extLst>
      <p:ext uri="{BB962C8B-B14F-4D97-AF65-F5344CB8AC3E}">
        <p14:creationId xmlns:p14="http://schemas.microsoft.com/office/powerpoint/2010/main" val="39788318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3200" dirty="0" smtClean="0"/>
              <a:t>Assignment  submission guidelines</a:t>
            </a:r>
            <a:endParaRPr lang="en-GB" sz="3200" dirty="0"/>
          </a:p>
        </p:txBody>
      </p:sp>
      <p:sp>
        <p:nvSpPr>
          <p:cNvPr id="2" name="Content Placeholder 1"/>
          <p:cNvSpPr>
            <a:spLocks noGrp="1"/>
          </p:cNvSpPr>
          <p:nvPr>
            <p:ph sz="half" idx="1"/>
          </p:nvPr>
        </p:nvSpPr>
        <p:spPr>
          <a:xfrm>
            <a:off x="265395" y="1825624"/>
            <a:ext cx="8552033" cy="4789749"/>
          </a:xfrm>
        </p:spPr>
        <p:txBody>
          <a:bodyPr>
            <a:noAutofit/>
          </a:bodyPr>
          <a:lstStyle/>
          <a:p>
            <a:pPr marL="0" indent="0">
              <a:buNone/>
            </a:pPr>
            <a:r>
              <a:rPr lang="en-US" sz="2400" dirty="0" smtClean="0"/>
              <a:t> Due on: </a:t>
            </a:r>
            <a:r>
              <a:rPr lang="en-US" sz="2400" dirty="0" smtClean="0"/>
              <a:t>27</a:t>
            </a:r>
            <a:r>
              <a:rPr lang="en-US" sz="2400" baseline="30000" dirty="0" smtClean="0"/>
              <a:t>th</a:t>
            </a:r>
            <a:r>
              <a:rPr lang="en-US" sz="2400" dirty="0" smtClean="0"/>
              <a:t> March 23:55   </a:t>
            </a:r>
            <a:r>
              <a:rPr lang="en-US" sz="2400" dirty="0" smtClean="0"/>
              <a:t>@ 23:55</a:t>
            </a:r>
            <a:endParaRPr lang="en-US" sz="2400" dirty="0"/>
          </a:p>
          <a:p>
            <a:pPr marL="0" indent="0">
              <a:buNone/>
            </a:pPr>
            <a:endParaRPr lang="en-US" sz="1400" dirty="0" smtClean="0"/>
          </a:p>
          <a:p>
            <a:pPr marL="0" indent="0">
              <a:buNone/>
            </a:pPr>
            <a:r>
              <a:rPr lang="en-US" sz="2400" dirty="0" smtClean="0"/>
              <a:t>Data Analytics Report:</a:t>
            </a:r>
            <a:endParaRPr lang="en-US" sz="2400" dirty="0"/>
          </a:p>
          <a:p>
            <a:pPr marL="0" indent="0" algn="just">
              <a:buNone/>
            </a:pPr>
            <a:r>
              <a:rPr lang="en-US" sz="2400" dirty="0"/>
              <a:t> </a:t>
            </a:r>
            <a:endParaRPr lang="en-US" sz="2400" dirty="0" smtClean="0"/>
          </a:p>
          <a:p>
            <a:pPr marL="0" indent="0" algn="just">
              <a:buNone/>
            </a:pPr>
            <a:r>
              <a:rPr lang="en-US" sz="2400" dirty="0" smtClean="0"/>
              <a:t>This </a:t>
            </a:r>
            <a:r>
              <a:rPr lang="en-US" sz="2400" dirty="0"/>
              <a:t>assessment accounts for 40% of your final module score. Ensure you have proofread, edited and formatted your essay and it is properly referenced according to the university guidelines. The word limit is 1500 words. </a:t>
            </a:r>
            <a:endParaRPr lang="en-GB" sz="2400" dirty="0"/>
          </a:p>
        </p:txBody>
      </p:sp>
    </p:spTree>
    <p:extLst>
      <p:ext uri="{BB962C8B-B14F-4D97-AF65-F5344CB8AC3E}">
        <p14:creationId xmlns:p14="http://schemas.microsoft.com/office/powerpoint/2010/main" val="36443133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3200" dirty="0" smtClean="0"/>
              <a:t>Assignment submission guidelines</a:t>
            </a:r>
            <a:endParaRPr lang="en-GB" sz="3200" dirty="0"/>
          </a:p>
        </p:txBody>
      </p:sp>
      <p:sp>
        <p:nvSpPr>
          <p:cNvPr id="2" name="Content Placeholder 1"/>
          <p:cNvSpPr>
            <a:spLocks noGrp="1"/>
          </p:cNvSpPr>
          <p:nvPr>
            <p:ph sz="half" idx="1"/>
          </p:nvPr>
        </p:nvSpPr>
        <p:spPr>
          <a:xfrm>
            <a:off x="265395" y="1825624"/>
            <a:ext cx="8552033" cy="4789749"/>
          </a:xfrm>
        </p:spPr>
        <p:txBody>
          <a:bodyPr>
            <a:noAutofit/>
          </a:bodyPr>
          <a:lstStyle/>
          <a:p>
            <a:pPr marL="0" indent="0">
              <a:buNone/>
            </a:pPr>
            <a:r>
              <a:rPr lang="en-US" sz="2400" dirty="0" smtClean="0"/>
              <a:t> Due on: </a:t>
            </a:r>
            <a:r>
              <a:rPr lang="en-US" sz="2400" dirty="0" smtClean="0"/>
              <a:t>17</a:t>
            </a:r>
            <a:r>
              <a:rPr lang="en-US" sz="2400" baseline="30000" dirty="0" smtClean="0"/>
              <a:t>th</a:t>
            </a:r>
            <a:r>
              <a:rPr lang="en-US" sz="2400" dirty="0" smtClean="0"/>
              <a:t> April </a:t>
            </a:r>
            <a:r>
              <a:rPr lang="en-US" sz="2400" dirty="0" smtClean="0"/>
              <a:t>23:55  </a:t>
            </a:r>
            <a:endParaRPr lang="en-US" sz="2400" dirty="0"/>
          </a:p>
          <a:p>
            <a:pPr marL="0" indent="0">
              <a:buNone/>
            </a:pPr>
            <a:endParaRPr lang="en-US" sz="1400" dirty="0" smtClean="0"/>
          </a:p>
          <a:p>
            <a:pPr marL="0" indent="0" algn="just">
              <a:buNone/>
            </a:pPr>
            <a:r>
              <a:rPr lang="en-US" sz="2400" dirty="0"/>
              <a:t>End of Module Assignment: Data Analytics Implementation</a:t>
            </a:r>
          </a:p>
          <a:p>
            <a:pPr marL="0" indent="0" algn="just">
              <a:buNone/>
            </a:pPr>
            <a:r>
              <a:rPr lang="en-US" sz="2400" dirty="0"/>
              <a:t>This final assessment will show how you evaluate critically solutions developed to solve/mitigate these security issues. It accounts for 40% of your final module grade. The applicable word count of 2000 words is for the Implementation document only, excluding graphs/charts. </a:t>
            </a:r>
            <a:endParaRPr lang="en-US" sz="2400" dirty="0" smtClean="0"/>
          </a:p>
        </p:txBody>
      </p:sp>
    </p:spTree>
    <p:extLst>
      <p:ext uri="{BB962C8B-B14F-4D97-AF65-F5344CB8AC3E}">
        <p14:creationId xmlns:p14="http://schemas.microsoft.com/office/powerpoint/2010/main" val="41925648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3200" dirty="0" smtClean="0"/>
              <a:t>Introduction to Data Science  </a:t>
            </a:r>
            <a:endParaRPr lang="en-GB" sz="3200" dirty="0"/>
          </a:p>
        </p:txBody>
      </p:sp>
      <p:sp>
        <p:nvSpPr>
          <p:cNvPr id="2" name="Content Placeholder 1"/>
          <p:cNvSpPr>
            <a:spLocks noGrp="1"/>
          </p:cNvSpPr>
          <p:nvPr>
            <p:ph sz="half" idx="1"/>
          </p:nvPr>
        </p:nvSpPr>
        <p:spPr/>
        <p:txBody>
          <a:bodyPr>
            <a:normAutofit/>
          </a:bodyPr>
          <a:lstStyle/>
          <a:p>
            <a:pPr lvl="1" algn="just"/>
            <a:r>
              <a:rPr lang="en-US" sz="2000" dirty="0" smtClean="0"/>
              <a:t>Data science refers to the application of tools, techniques and strategies for handling the preprocessing and processing of structured and unstructured data that has increased exponentially with the goal of deriving new meaning and knowledge from the large dataset. In simple terms it enables deciphering data complexity leading to new knowledge and intelligence for businesses and organizations for the purposes gaining competitive advantage.</a:t>
            </a:r>
            <a:endParaRPr lang="en-GB" sz="2000" dirty="0"/>
          </a:p>
        </p:txBody>
      </p:sp>
    </p:spTree>
    <p:extLst>
      <p:ext uri="{BB962C8B-B14F-4D97-AF65-F5344CB8AC3E}">
        <p14:creationId xmlns:p14="http://schemas.microsoft.com/office/powerpoint/2010/main" val="21436137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3200" dirty="0" smtClean="0"/>
              <a:t>Attributes of Data Scientist  </a:t>
            </a:r>
            <a:endParaRPr lang="en-GB" sz="3200" dirty="0"/>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4026210232"/>
              </p:ext>
            </p:extLst>
          </p:nvPr>
        </p:nvGraphicFramePr>
        <p:xfrm>
          <a:off x="628650" y="1825625"/>
          <a:ext cx="7886700" cy="4789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40291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US" sz="3200" dirty="0" smtClean="0"/>
              <a:t>WHAT IS THE VALUE OF DATA?</a:t>
            </a:r>
            <a:endParaRPr lang="en-GB" sz="3200" dirty="0"/>
          </a:p>
        </p:txBody>
      </p:sp>
      <p:sp>
        <p:nvSpPr>
          <p:cNvPr id="2" name="Content Placeholder 1"/>
          <p:cNvSpPr>
            <a:spLocks noGrp="1"/>
          </p:cNvSpPr>
          <p:nvPr>
            <p:ph sz="half" idx="1"/>
          </p:nvPr>
        </p:nvSpPr>
        <p:spPr/>
        <p:txBody>
          <a:bodyPr>
            <a:normAutofit/>
          </a:bodyPr>
          <a:lstStyle/>
          <a:p>
            <a:pPr lvl="1"/>
            <a:endParaRPr lang="en-US" sz="2000" dirty="0" smtClean="0"/>
          </a:p>
          <a:p>
            <a:pPr lvl="1"/>
            <a:r>
              <a:rPr lang="en-US" sz="2000" dirty="0" smtClean="0"/>
              <a:t>DIRECT VALUE OF DATA </a:t>
            </a:r>
          </a:p>
          <a:p>
            <a:pPr lvl="2"/>
            <a:r>
              <a:rPr lang="en-US" sz="1600" dirty="0" smtClean="0"/>
              <a:t>Revenue generation</a:t>
            </a:r>
          </a:p>
          <a:p>
            <a:pPr lvl="2"/>
            <a:r>
              <a:rPr lang="en-US" sz="1600" dirty="0" smtClean="0"/>
              <a:t>Pattern recognition (Behavioral Analysis) </a:t>
            </a:r>
          </a:p>
          <a:p>
            <a:pPr lvl="2"/>
            <a:r>
              <a:rPr lang="en-US" sz="1600" dirty="0" smtClean="0"/>
              <a:t>Market Prediction</a:t>
            </a:r>
          </a:p>
          <a:p>
            <a:pPr lvl="1"/>
            <a:endParaRPr lang="en-US" sz="2000" dirty="0"/>
          </a:p>
          <a:p>
            <a:pPr lvl="1"/>
            <a:endParaRPr lang="en-US" sz="2000" dirty="0"/>
          </a:p>
          <a:p>
            <a:pPr lvl="1"/>
            <a:r>
              <a:rPr lang="en-US" sz="2000" dirty="0" smtClean="0"/>
              <a:t>INDIRECT OR INTRINSIC VALUE OF DATA.</a:t>
            </a:r>
          </a:p>
          <a:p>
            <a:pPr lvl="2"/>
            <a:r>
              <a:rPr lang="en-US" sz="1600" dirty="0" smtClean="0"/>
              <a:t>Data as an Asset (Intellectual Property)</a:t>
            </a:r>
          </a:p>
          <a:p>
            <a:pPr lvl="2"/>
            <a:r>
              <a:rPr lang="en-US" sz="1600" dirty="0" smtClean="0"/>
              <a:t>Content and Context Analysis</a:t>
            </a:r>
          </a:p>
          <a:p>
            <a:pPr lvl="2"/>
            <a:r>
              <a:rPr lang="en-US" sz="1600" dirty="0" smtClean="0"/>
              <a:t>Lead to revenue generation and monetization </a:t>
            </a:r>
            <a:endParaRPr lang="en-GB" sz="1600" dirty="0"/>
          </a:p>
        </p:txBody>
      </p:sp>
    </p:spTree>
    <p:extLst>
      <p:ext uri="{BB962C8B-B14F-4D97-AF65-F5344CB8AC3E}">
        <p14:creationId xmlns:p14="http://schemas.microsoft.com/office/powerpoint/2010/main" val="20999919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3217698600"/>
              </p:ext>
            </p:extLst>
          </p:nvPr>
        </p:nvGraphicFramePr>
        <p:xfrm>
          <a:off x="362887" y="2116509"/>
          <a:ext cx="8573209" cy="40970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a:xfrm>
            <a:off x="780891" y="1389166"/>
            <a:ext cx="7886700" cy="727343"/>
          </a:xfrm>
        </p:spPr>
        <p:txBody>
          <a:bodyPr/>
          <a:lstStyle/>
          <a:p>
            <a:r>
              <a:rPr lang="en-US" sz="2400" dirty="0" smtClean="0"/>
              <a:t>DATA &amp; INFORMATION</a:t>
            </a:r>
            <a:endParaRPr lang="en-GB" sz="2400" dirty="0"/>
          </a:p>
        </p:txBody>
      </p:sp>
    </p:spTree>
    <p:extLst>
      <p:ext uri="{BB962C8B-B14F-4D97-AF65-F5344CB8AC3E}">
        <p14:creationId xmlns:p14="http://schemas.microsoft.com/office/powerpoint/2010/main" val="19697289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330722827"/>
              </p:ext>
            </p:extLst>
          </p:nvPr>
        </p:nvGraphicFramePr>
        <p:xfrm>
          <a:off x="1267096" y="2327071"/>
          <a:ext cx="5630091" cy="3565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a:xfrm>
            <a:off x="780891" y="1389166"/>
            <a:ext cx="7886700" cy="923901"/>
          </a:xfrm>
        </p:spPr>
        <p:txBody>
          <a:bodyPr/>
          <a:lstStyle/>
          <a:p>
            <a:r>
              <a:rPr lang="en-GB" sz="3200" dirty="0" smtClean="0"/>
              <a:t>DATA SCIENCE CYCLE </a:t>
            </a:r>
            <a:r>
              <a:rPr lang="en-GB" sz="1800" dirty="0" smtClean="0"/>
              <a:t>(Sarkar 2020) </a:t>
            </a:r>
            <a:endParaRPr lang="en-GB" sz="1800" dirty="0"/>
          </a:p>
        </p:txBody>
      </p:sp>
    </p:spTree>
    <p:extLst>
      <p:ext uri="{BB962C8B-B14F-4D97-AF65-F5344CB8AC3E}">
        <p14:creationId xmlns:p14="http://schemas.microsoft.com/office/powerpoint/2010/main" val="10433034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3200" dirty="0" smtClean="0"/>
              <a:t> 4 Vs of BIG DATA</a:t>
            </a:r>
            <a:endParaRPr lang="en-GB" sz="2800" dirty="0"/>
          </a:p>
        </p:txBody>
      </p:sp>
      <p:sp>
        <p:nvSpPr>
          <p:cNvPr id="2" name="Text Placeholder 1">
            <a:extLst>
              <a:ext uri="{FF2B5EF4-FFF2-40B4-BE49-F238E27FC236}">
                <a16:creationId xmlns:a16="http://schemas.microsoft.com/office/drawing/2014/main" id="{4D6F4BE9-39A3-4103-898D-8798F768518D}"/>
              </a:ext>
            </a:extLst>
          </p:cNvPr>
          <p:cNvSpPr>
            <a:spLocks noGrp="1"/>
          </p:cNvSpPr>
          <p:nvPr>
            <p:ph sz="half" idx="1"/>
          </p:nvPr>
        </p:nvSpPr>
        <p:spPr/>
        <p:txBody>
          <a:bodyPr/>
          <a:lstStyle/>
          <a:p>
            <a:pPr algn="l"/>
            <a:endParaRPr lang="en-GB" dirty="0" smtClean="0"/>
          </a:p>
          <a:p>
            <a:pPr algn="l"/>
            <a:endParaRPr lang="en-GB" dirty="0"/>
          </a:p>
          <a:p>
            <a:pPr algn="l"/>
            <a:endParaRPr lang="en-GB" dirty="0" smtClean="0"/>
          </a:p>
          <a:p>
            <a:pPr marL="0" indent="0">
              <a:buNone/>
            </a:pPr>
            <a:r>
              <a:rPr lang="en-GB" sz="3200" dirty="0" smtClean="0"/>
              <a:t> </a:t>
            </a:r>
          </a:p>
          <a:p>
            <a:pPr marL="0" indent="0">
              <a:buNone/>
            </a:pPr>
            <a:r>
              <a:rPr lang="en-GB" sz="3200" dirty="0" smtClean="0"/>
              <a:t> </a:t>
            </a:r>
            <a:endParaRPr lang="en-GB" sz="3200" dirty="0"/>
          </a:p>
        </p:txBody>
      </p:sp>
      <p:graphicFrame>
        <p:nvGraphicFramePr>
          <p:cNvPr id="4" name="Diagram 3"/>
          <p:cNvGraphicFramePr/>
          <p:nvPr>
            <p:extLst>
              <p:ext uri="{D42A27DB-BD31-4B8C-83A1-F6EECF244321}">
                <p14:modId xmlns:p14="http://schemas.microsoft.com/office/powerpoint/2010/main" val="1267408229"/>
              </p:ext>
            </p:extLst>
          </p:nvPr>
        </p:nvGraphicFramePr>
        <p:xfrm>
          <a:off x="1409700" y="1825624"/>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23559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p:txBody>
          <a:bodyPr>
            <a:normAutofit fontScale="90000"/>
          </a:bodyPr>
          <a:lstStyle/>
          <a:p>
            <a:r>
              <a:rPr lang="en-GB" sz="3200" dirty="0" smtClean="0"/>
              <a:t> ARTIFICIAL INTELLIGENCE </a:t>
            </a:r>
            <a:endParaRPr lang="en-GB" sz="3200" dirty="0"/>
          </a:p>
        </p:txBody>
      </p:sp>
      <p:sp>
        <p:nvSpPr>
          <p:cNvPr id="2" name="Text Placeholder 1">
            <a:extLst>
              <a:ext uri="{FF2B5EF4-FFF2-40B4-BE49-F238E27FC236}">
                <a16:creationId xmlns:a16="http://schemas.microsoft.com/office/drawing/2014/main" id="{4D6F4BE9-39A3-4103-898D-8798F768518D}"/>
              </a:ext>
            </a:extLst>
          </p:cNvPr>
          <p:cNvSpPr>
            <a:spLocks noGrp="1"/>
          </p:cNvSpPr>
          <p:nvPr>
            <p:ph sz="half" idx="1"/>
          </p:nvPr>
        </p:nvSpPr>
        <p:spPr/>
        <p:txBody>
          <a:bodyPr/>
          <a:lstStyle/>
          <a:p>
            <a:pPr algn="l"/>
            <a:r>
              <a:rPr lang="en-GB" sz="3200" dirty="0" smtClean="0"/>
              <a:t>OPTMISATION STRATEGIES</a:t>
            </a:r>
          </a:p>
          <a:p>
            <a:pPr algn="l"/>
            <a:r>
              <a:rPr lang="en-US" sz="2400" dirty="0" smtClean="0"/>
              <a:t>Search Strategies</a:t>
            </a:r>
            <a:endParaRPr lang="en-GB" sz="2400" dirty="0" smtClean="0"/>
          </a:p>
          <a:p>
            <a:pPr algn="l"/>
            <a:r>
              <a:rPr lang="en-GB" sz="2400" dirty="0" smtClean="0"/>
              <a:t>Artificial Neural Networks (Deep learning which is supervised, semi-supervised or unsupervised)</a:t>
            </a:r>
          </a:p>
          <a:p>
            <a:pPr algn="l"/>
            <a:r>
              <a:rPr lang="en-GB" sz="2400" dirty="0" smtClean="0"/>
              <a:t>Genetic Algorithms </a:t>
            </a:r>
          </a:p>
          <a:p>
            <a:pPr algn="l"/>
            <a:r>
              <a:rPr lang="en-GB" sz="2400" dirty="0" smtClean="0"/>
              <a:t>ACO – Ant Colony Optimization</a:t>
            </a:r>
          </a:p>
          <a:p>
            <a:pPr algn="l"/>
            <a:r>
              <a:rPr lang="en-GB" sz="2400" dirty="0" smtClean="0"/>
              <a:t>Hybridized Networks	</a:t>
            </a:r>
          </a:p>
          <a:p>
            <a:pPr marL="0" indent="0" algn="l">
              <a:buNone/>
            </a:pPr>
            <a:r>
              <a:rPr lang="en-GB" sz="2400" dirty="0" smtClean="0"/>
              <a:t>  </a:t>
            </a:r>
            <a:endParaRPr lang="en-GB" sz="2400" dirty="0"/>
          </a:p>
        </p:txBody>
      </p:sp>
    </p:spTree>
    <p:extLst>
      <p:ext uri="{BB962C8B-B14F-4D97-AF65-F5344CB8AC3E}">
        <p14:creationId xmlns:p14="http://schemas.microsoft.com/office/powerpoint/2010/main" val="3106563647"/>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w="63500">
          <a:gradFill>
            <a:gsLst>
              <a:gs pos="0">
                <a:srgbClr val="4D1451">
                  <a:lumMod val="90000"/>
                  <a:lumOff val="10000"/>
                </a:srgbClr>
              </a:gs>
              <a:gs pos="98000">
                <a:srgbClr val="DB342A"/>
              </a:gs>
            </a:gsLst>
            <a:lin ang="6000000" scaled="0"/>
          </a:gradFill>
          <a:miter lim="800000"/>
        </a:ln>
      </a:spPr>
      <a:bodyPr wrap="square" rtlCol="0">
        <a:spAutoFit/>
      </a:bodyPr>
      <a:lstStyle>
        <a:defPPr marL="0" indent="0" algn="l">
          <a:buNone/>
          <a:defRPr sz="2800" cap="none" spc="0" dirty="0" smtClean="0">
            <a:ln>
              <a:noFill/>
            </a:ln>
            <a:solidFill>
              <a:schemeClr val="tx1"/>
            </a:solidFill>
            <a:effectLst/>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28721</TotalTime>
  <Words>675</Words>
  <Application>Microsoft Office PowerPoint</Application>
  <PresentationFormat>On-screen Show (4:3)</PresentationFormat>
  <Paragraphs>142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1_Custom Design</vt:lpstr>
      <vt:lpstr>UNIT 1 - Seminar </vt:lpstr>
      <vt:lpstr>Learning outcomes </vt:lpstr>
      <vt:lpstr>  On completion of this unit you will be able to: </vt:lpstr>
      <vt:lpstr>  On completion of this Module: </vt:lpstr>
      <vt:lpstr>Announcements</vt:lpstr>
      <vt:lpstr>Assignment  submission guidelines</vt:lpstr>
      <vt:lpstr>Assignment  submission guidelines</vt:lpstr>
      <vt:lpstr>Assignment  submission guidelines</vt:lpstr>
      <vt:lpstr>Assignment submission guidelines</vt:lpstr>
      <vt:lpstr>Introduction to Data Science  </vt:lpstr>
      <vt:lpstr>Attributes of Data Scientist  </vt:lpstr>
      <vt:lpstr>WHAT IS THE VALUE OF DATA?</vt:lpstr>
      <vt:lpstr>DATA &amp; INFORMATION</vt:lpstr>
      <vt:lpstr>DATA SCIENCE CYCLE (Sarkar 2020) </vt:lpstr>
      <vt:lpstr> 4 Vs of BIG DATA</vt:lpstr>
      <vt:lpstr> ARTIFICIAL INTELLIGENCE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Godfried Williams</dc:creator>
  <cp:lastModifiedBy>Admin</cp:lastModifiedBy>
  <cp:revision>305</cp:revision>
  <dcterms:created xsi:type="dcterms:W3CDTF">2019-05-01T15:27:08Z</dcterms:created>
  <dcterms:modified xsi:type="dcterms:W3CDTF">2023-01-24T17:03:51Z</dcterms:modified>
</cp:coreProperties>
</file>